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sldIdLst>
    <p:sldId id="266" r:id="rId5"/>
    <p:sldId id="300" r:id="rId6"/>
    <p:sldId id="301" r:id="rId7"/>
    <p:sldId id="299" r:id="rId8"/>
    <p:sldId id="303" r:id="rId9"/>
    <p:sldId id="302" r:id="rId10"/>
    <p:sldId id="304" r:id="rId11"/>
    <p:sldId id="305" r:id="rId12"/>
    <p:sldId id="263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911D9ED1-0523-FE45-A467-60CA3BE5E16E}">
          <p14:sldIdLst>
            <p14:sldId id="266"/>
          </p14:sldIdLst>
        </p14:section>
        <p14:section name="Main" id="{BFE4E667-95D0-D64C-9B39-8AC5E45A1B3D}">
          <p14:sldIdLst>
            <p14:sldId id="300"/>
            <p14:sldId id="301"/>
            <p14:sldId id="299"/>
            <p14:sldId id="303"/>
            <p14:sldId id="302"/>
            <p14:sldId id="304"/>
            <p14:sldId id="305"/>
          </p14:sldIdLst>
        </p14:section>
        <p14:section name="Ending" id="{77ACE229-C4D5-F444-BE83-3E0BC885D222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6598"/>
    <a:srgbClr val="054D69"/>
    <a:srgbClr val="F3F3F3"/>
    <a:srgbClr val="02364A"/>
    <a:srgbClr val="1293E3"/>
    <a:srgbClr val="0BABDF"/>
    <a:srgbClr val="617989"/>
    <a:srgbClr val="698795"/>
    <a:srgbClr val="85AABD"/>
    <a:srgbClr val="094D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Stile medio 2 - Color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Stile medio 2 - Color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Stile medio 2 - Color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Stile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Stile medio 3 - Color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Stile medio 3 - Colore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E171933-4619-4E11-9A3F-F7608DF75F80}" styleName="Stile medio 1 - Color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93D81CF-94F2-401A-BA57-92F5A7B2D0C5}" styleName="Stile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CAF9ED-07DC-4A11-8D7F-57B35C25682E}" styleName="Stile medio 1 - Color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Stile medio 1 - Color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Stile medio 4 - Color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202B0CA-FC54-4496-8BCA-5EF66A818D29}" styleName="Stile scuro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FECB4D8-DB02-4DC6-A0A2-4F2EBAE1DC90}" styleName="Stile medio 1 - Colore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24"/>
    <p:restoredTop sz="94719"/>
  </p:normalViewPr>
  <p:slideViewPr>
    <p:cSldViewPr snapToGrid="0" snapToObjects="1" showGuides="1">
      <p:cViewPr>
        <p:scale>
          <a:sx n="69" d="100"/>
          <a:sy n="69" d="100"/>
        </p:scale>
        <p:origin x="1080" y="-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2F9885-5A1A-C54D-B387-8E4D5EAB3CDD}" type="datetimeFigureOut">
              <a:rPr lang="it-IT" smtClean="0"/>
              <a:t>16/02/2024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EC3D96-65C0-004C-A834-E90E83ED4ED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90126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EC3D96-65C0-004C-A834-E90E83ED4EDD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235493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EC3D96-65C0-004C-A834-E90E83ED4EDD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992316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EC3D96-65C0-004C-A834-E90E83ED4EDD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341034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hyperlink" Target="https://www.5gblueprint.eu/" TargetMode="External"/><Relationship Id="rId7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GBP: Cover">
    <p:bg>
      <p:bgPr>
        <a:blipFill dpi="0" rotWithShape="1">
          <a:blip r:embed="rId2" cstate="screen">
            <a:alphaModFix amt="39818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1"/>
          <p:cNvSpPr>
            <a:spLocks noGrp="1"/>
          </p:cNvSpPr>
          <p:nvPr>
            <p:ph type="title" hasCustomPrompt="1"/>
          </p:nvPr>
        </p:nvSpPr>
        <p:spPr>
          <a:xfrm>
            <a:off x="594360" y="2466905"/>
            <a:ext cx="8464219" cy="1203083"/>
          </a:xfrm>
          <a:prstGeom prst="rect">
            <a:avLst/>
          </a:prstGeom>
          <a:noFill/>
        </p:spPr>
        <p:txBody>
          <a:bodyPr lIns="144000" tIns="144000" rIns="144000" bIns="144000">
            <a:normAutofit/>
          </a:bodyPr>
          <a:lstStyle>
            <a:lvl1pPr mar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800" b="1" i="0" cap="all" baseline="0">
                <a:solidFill>
                  <a:srgbClr val="054D6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fr-FR" dirty="0" err="1"/>
              <a:t>Presentation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18" name="Espace réservé du texte 17"/>
          <p:cNvSpPr>
            <a:spLocks noGrp="1"/>
          </p:cNvSpPr>
          <p:nvPr>
            <p:ph type="body" sz="quarter" idx="11" hasCustomPrompt="1"/>
          </p:nvPr>
        </p:nvSpPr>
        <p:spPr>
          <a:xfrm>
            <a:off x="621494" y="4237057"/>
            <a:ext cx="7710547" cy="358398"/>
          </a:xfrm>
          <a:prstGeom prst="rect">
            <a:avLst/>
          </a:prstGeom>
        </p:spPr>
        <p:txBody>
          <a:bodyPr lIns="144000" tIns="72000" rIns="144000" bIns="72000">
            <a:normAutofit/>
          </a:bodyPr>
          <a:lstStyle>
            <a:lvl1pPr marL="0" indent="0" algn="l">
              <a:buNone/>
              <a:defRPr sz="1400" b="0" i="1" baseline="0">
                <a:solidFill>
                  <a:srgbClr val="698795"/>
                </a:solidFill>
                <a:latin typeface="Calibri" panose="020F0502020204030204" pitchFamily="34" charset="0"/>
                <a:ea typeface="Open Sans Light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GB" dirty="0"/>
              <a:t>Event, date, location</a:t>
            </a:r>
          </a:p>
        </p:txBody>
      </p:sp>
      <p:sp>
        <p:nvSpPr>
          <p:cNvPr id="22" name="ZoneTexte 21"/>
          <p:cNvSpPr txBox="1"/>
          <p:nvPr userDrawn="1"/>
        </p:nvSpPr>
        <p:spPr>
          <a:xfrm>
            <a:off x="746769" y="6165516"/>
            <a:ext cx="3112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800" b="0" i="0" spc="300" dirty="0">
                <a:solidFill>
                  <a:srgbClr val="0BABDF"/>
                </a:solidFill>
                <a:latin typeface="Calibri" panose="020F0502020204030204" pitchFamily="34" charset="0"/>
                <a:ea typeface="Oswald Light" charset="0"/>
                <a:cs typeface="Calibri" panose="020F0502020204030204" pitchFamily="34" charset="0"/>
              </a:rPr>
              <a:t>horse-6g.eu</a:t>
            </a:r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2" hasCustomPrompt="1"/>
          </p:nvPr>
        </p:nvSpPr>
        <p:spPr>
          <a:xfrm>
            <a:off x="621494" y="3847820"/>
            <a:ext cx="7710547" cy="358398"/>
          </a:xfrm>
          <a:prstGeom prst="rect">
            <a:avLst/>
          </a:prstGeom>
          <a:noFill/>
          <a:effectLst>
            <a:softEdge rad="88900"/>
          </a:effectLst>
        </p:spPr>
        <p:txBody>
          <a:bodyPr lIns="144000" tIns="72000" rIns="144000" bIns="72000"/>
          <a:lstStyle>
            <a:lvl1pPr marL="0" indent="0" algn="l">
              <a:buNone/>
              <a:defRPr sz="2000" b="0" i="0">
                <a:solidFill>
                  <a:srgbClr val="698795"/>
                </a:solidFill>
                <a:latin typeface="Calibri" panose="020F0502020204030204" pitchFamily="34" charset="0"/>
                <a:ea typeface="Open Sans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fr-FR" dirty="0" err="1"/>
              <a:t>Presenter</a:t>
            </a:r>
            <a:endParaRPr lang="en-GB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xmlns="" id="{47B281BD-1336-E648-B7F2-A36C188B4D7A}"/>
              </a:ext>
            </a:extLst>
          </p:cNvPr>
          <p:cNvSpPr txBox="1"/>
          <p:nvPr userDrawn="1"/>
        </p:nvSpPr>
        <p:spPr>
          <a:xfrm>
            <a:off x="11164529" y="74921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>
              <a:latin typeface="Trebuchet MS" panose="020B070302020209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DA3363F2-A4EC-6907-D264-749C7689571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96408" y="-38509"/>
            <a:ext cx="6322742" cy="2784372"/>
          </a:xfrm>
          <a:prstGeom prst="rect">
            <a:avLst/>
          </a:prstGeom>
        </p:spPr>
      </p:pic>
      <p:grpSp>
        <p:nvGrpSpPr>
          <p:cNvPr id="4" name="Graphic 86">
            <a:extLst>
              <a:ext uri="{FF2B5EF4-FFF2-40B4-BE49-F238E27FC236}">
                <a16:creationId xmlns:a16="http://schemas.microsoft.com/office/drawing/2014/main" xmlns="" id="{3B865771-CD38-1970-46B9-9B0C5F76B67D}"/>
              </a:ext>
            </a:extLst>
          </p:cNvPr>
          <p:cNvGrpSpPr/>
          <p:nvPr userDrawn="1"/>
        </p:nvGrpSpPr>
        <p:grpSpPr>
          <a:xfrm>
            <a:off x="10382959" y="1630250"/>
            <a:ext cx="3657954" cy="3657954"/>
            <a:chOff x="1530302" y="4275887"/>
            <a:chExt cx="1913996" cy="1913996"/>
          </a:xfrm>
          <a:noFill/>
        </p:grpSpPr>
        <p:sp>
          <p:nvSpPr>
            <p:cNvPr id="5" name="Freeform: Shape 18">
              <a:extLst>
                <a:ext uri="{FF2B5EF4-FFF2-40B4-BE49-F238E27FC236}">
                  <a16:creationId xmlns:a16="http://schemas.microsoft.com/office/drawing/2014/main" xmlns="" id="{632CCE58-D813-37F0-C026-72178801F00E}"/>
                </a:ext>
              </a:extLst>
            </p:cNvPr>
            <p:cNvSpPr/>
            <p:nvPr/>
          </p:nvSpPr>
          <p:spPr>
            <a:xfrm>
              <a:off x="2187020" y="4932605"/>
              <a:ext cx="600560" cy="600560"/>
            </a:xfrm>
            <a:custGeom>
              <a:avLst/>
              <a:gdLst>
                <a:gd name="connsiteX0" fmla="*/ 600560 w 600560"/>
                <a:gd name="connsiteY0" fmla="*/ 300280 h 600560"/>
                <a:gd name="connsiteX1" fmla="*/ 300280 w 600560"/>
                <a:gd name="connsiteY1" fmla="*/ 600561 h 600560"/>
                <a:gd name="connsiteX2" fmla="*/ 0 w 600560"/>
                <a:gd name="connsiteY2" fmla="*/ 300280 h 600560"/>
                <a:gd name="connsiteX3" fmla="*/ 300280 w 600560"/>
                <a:gd name="connsiteY3" fmla="*/ 0 h 600560"/>
                <a:gd name="connsiteX4" fmla="*/ 600560 w 600560"/>
                <a:gd name="connsiteY4" fmla="*/ 300280 h 600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60" h="600560">
                  <a:moveTo>
                    <a:pt x="600560" y="300280"/>
                  </a:moveTo>
                  <a:cubicBezTo>
                    <a:pt x="600560" y="466120"/>
                    <a:pt x="466120" y="600561"/>
                    <a:pt x="300280" y="600561"/>
                  </a:cubicBezTo>
                  <a:cubicBezTo>
                    <a:pt x="134440" y="600561"/>
                    <a:pt x="0" y="466120"/>
                    <a:pt x="0" y="300280"/>
                  </a:cubicBezTo>
                  <a:cubicBezTo>
                    <a:pt x="0" y="134440"/>
                    <a:pt x="134440" y="0"/>
                    <a:pt x="300280" y="0"/>
                  </a:cubicBezTo>
                  <a:cubicBezTo>
                    <a:pt x="466120" y="0"/>
                    <a:pt x="600560" y="134440"/>
                    <a:pt x="600560" y="300280"/>
                  </a:cubicBezTo>
                  <a:close/>
                </a:path>
              </a:pathLst>
            </a:custGeom>
            <a:noFill/>
            <a:ln w="38100" cap="flat">
              <a:solidFill>
                <a:schemeClr val="bg1">
                  <a:lumMod val="9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oboto Light" panose="02000000000000000000" pitchFamily="2" charset="0"/>
              </a:endParaRPr>
            </a:p>
          </p:txBody>
        </p:sp>
        <p:sp>
          <p:nvSpPr>
            <p:cNvPr id="6" name="Freeform: Shape 19">
              <a:extLst>
                <a:ext uri="{FF2B5EF4-FFF2-40B4-BE49-F238E27FC236}">
                  <a16:creationId xmlns:a16="http://schemas.microsoft.com/office/drawing/2014/main" xmlns="" id="{7A6831DF-5ECC-A457-16F3-0694528871F1}"/>
                </a:ext>
              </a:extLst>
            </p:cNvPr>
            <p:cNvSpPr/>
            <p:nvPr/>
          </p:nvSpPr>
          <p:spPr>
            <a:xfrm>
              <a:off x="2114038" y="4859623"/>
              <a:ext cx="746523" cy="746523"/>
            </a:xfrm>
            <a:custGeom>
              <a:avLst/>
              <a:gdLst>
                <a:gd name="connsiteX0" fmla="*/ 746524 w 746523"/>
                <a:gd name="connsiteY0" fmla="*/ 373262 h 746523"/>
                <a:gd name="connsiteX1" fmla="*/ 373262 w 746523"/>
                <a:gd name="connsiteY1" fmla="*/ 746524 h 746523"/>
                <a:gd name="connsiteX2" fmla="*/ 0 w 746523"/>
                <a:gd name="connsiteY2" fmla="*/ 373262 h 746523"/>
                <a:gd name="connsiteX3" fmla="*/ 373262 w 746523"/>
                <a:gd name="connsiteY3" fmla="*/ 0 h 746523"/>
                <a:gd name="connsiteX4" fmla="*/ 746524 w 746523"/>
                <a:gd name="connsiteY4" fmla="*/ 373262 h 746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6523" h="746523">
                  <a:moveTo>
                    <a:pt x="746524" y="373262"/>
                  </a:moveTo>
                  <a:cubicBezTo>
                    <a:pt x="746524" y="579409"/>
                    <a:pt x="579409" y="746524"/>
                    <a:pt x="373262" y="746524"/>
                  </a:cubicBezTo>
                  <a:cubicBezTo>
                    <a:pt x="167115" y="746524"/>
                    <a:pt x="0" y="579409"/>
                    <a:pt x="0" y="373262"/>
                  </a:cubicBezTo>
                  <a:cubicBezTo>
                    <a:pt x="0" y="167115"/>
                    <a:pt x="167115" y="0"/>
                    <a:pt x="373262" y="0"/>
                  </a:cubicBezTo>
                  <a:cubicBezTo>
                    <a:pt x="579409" y="0"/>
                    <a:pt x="746524" y="167115"/>
                    <a:pt x="746524" y="373262"/>
                  </a:cubicBezTo>
                  <a:close/>
                </a:path>
              </a:pathLst>
            </a:custGeom>
            <a:noFill/>
            <a:ln w="38100" cap="flat">
              <a:solidFill>
                <a:schemeClr val="bg1">
                  <a:lumMod val="9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oboto Light" panose="02000000000000000000" pitchFamily="2" charset="0"/>
              </a:endParaRPr>
            </a:p>
          </p:txBody>
        </p:sp>
        <p:sp>
          <p:nvSpPr>
            <p:cNvPr id="7" name="Freeform: Shape 20">
              <a:extLst>
                <a:ext uri="{FF2B5EF4-FFF2-40B4-BE49-F238E27FC236}">
                  <a16:creationId xmlns:a16="http://schemas.microsoft.com/office/drawing/2014/main" xmlns="" id="{4A0CA40E-7E9D-E615-CC37-697E68C2237E}"/>
                </a:ext>
              </a:extLst>
            </p:cNvPr>
            <p:cNvSpPr/>
            <p:nvPr/>
          </p:nvSpPr>
          <p:spPr>
            <a:xfrm>
              <a:off x="2041057" y="4786642"/>
              <a:ext cx="892486" cy="892486"/>
            </a:xfrm>
            <a:custGeom>
              <a:avLst/>
              <a:gdLst>
                <a:gd name="connsiteX0" fmla="*/ 892487 w 892486"/>
                <a:gd name="connsiteY0" fmla="*/ 446243 h 892486"/>
                <a:gd name="connsiteX1" fmla="*/ 446243 w 892486"/>
                <a:gd name="connsiteY1" fmla="*/ 892487 h 892486"/>
                <a:gd name="connsiteX2" fmla="*/ 0 w 892486"/>
                <a:gd name="connsiteY2" fmla="*/ 446243 h 892486"/>
                <a:gd name="connsiteX3" fmla="*/ 446243 w 892486"/>
                <a:gd name="connsiteY3" fmla="*/ 0 h 892486"/>
                <a:gd name="connsiteX4" fmla="*/ 892487 w 892486"/>
                <a:gd name="connsiteY4" fmla="*/ 446243 h 892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2486" h="892486">
                  <a:moveTo>
                    <a:pt x="892487" y="446243"/>
                  </a:moveTo>
                  <a:cubicBezTo>
                    <a:pt x="892487" y="692697"/>
                    <a:pt x="692697" y="892487"/>
                    <a:pt x="446243" y="892487"/>
                  </a:cubicBezTo>
                  <a:cubicBezTo>
                    <a:pt x="199790" y="892487"/>
                    <a:pt x="0" y="692697"/>
                    <a:pt x="0" y="446243"/>
                  </a:cubicBezTo>
                  <a:cubicBezTo>
                    <a:pt x="0" y="199790"/>
                    <a:pt x="199790" y="0"/>
                    <a:pt x="446243" y="0"/>
                  </a:cubicBezTo>
                  <a:cubicBezTo>
                    <a:pt x="692697" y="0"/>
                    <a:pt x="892487" y="199790"/>
                    <a:pt x="892487" y="446243"/>
                  </a:cubicBezTo>
                  <a:close/>
                </a:path>
              </a:pathLst>
            </a:custGeom>
            <a:noFill/>
            <a:ln w="38100" cap="flat">
              <a:solidFill>
                <a:schemeClr val="bg1">
                  <a:lumMod val="9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oboto Light" panose="02000000000000000000" pitchFamily="2" charset="0"/>
              </a:endParaRPr>
            </a:p>
          </p:txBody>
        </p:sp>
        <p:sp>
          <p:nvSpPr>
            <p:cNvPr id="9" name="Freeform: Shape 21">
              <a:extLst>
                <a:ext uri="{FF2B5EF4-FFF2-40B4-BE49-F238E27FC236}">
                  <a16:creationId xmlns:a16="http://schemas.microsoft.com/office/drawing/2014/main" xmlns="" id="{42EDA39E-1D14-B25A-2E16-4D8446A1AD36}"/>
                </a:ext>
              </a:extLst>
            </p:cNvPr>
            <p:cNvSpPr/>
            <p:nvPr/>
          </p:nvSpPr>
          <p:spPr>
            <a:xfrm>
              <a:off x="1968075" y="4713660"/>
              <a:ext cx="1038449" cy="1038449"/>
            </a:xfrm>
            <a:custGeom>
              <a:avLst/>
              <a:gdLst>
                <a:gd name="connsiteX0" fmla="*/ 1038450 w 1038449"/>
                <a:gd name="connsiteY0" fmla="*/ 519225 h 1038449"/>
                <a:gd name="connsiteX1" fmla="*/ 519225 w 1038449"/>
                <a:gd name="connsiteY1" fmla="*/ 1038450 h 1038449"/>
                <a:gd name="connsiteX2" fmla="*/ 0 w 1038449"/>
                <a:gd name="connsiteY2" fmla="*/ 519225 h 1038449"/>
                <a:gd name="connsiteX3" fmla="*/ 519225 w 1038449"/>
                <a:gd name="connsiteY3" fmla="*/ 0 h 1038449"/>
                <a:gd name="connsiteX4" fmla="*/ 1038450 w 1038449"/>
                <a:gd name="connsiteY4" fmla="*/ 519225 h 1038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8449" h="1038449">
                  <a:moveTo>
                    <a:pt x="1038450" y="519225"/>
                  </a:moveTo>
                  <a:cubicBezTo>
                    <a:pt x="1038450" y="805985"/>
                    <a:pt x="805985" y="1038450"/>
                    <a:pt x="519225" y="1038450"/>
                  </a:cubicBezTo>
                  <a:cubicBezTo>
                    <a:pt x="232465" y="1038450"/>
                    <a:pt x="0" y="805985"/>
                    <a:pt x="0" y="519225"/>
                  </a:cubicBezTo>
                  <a:cubicBezTo>
                    <a:pt x="0" y="232465"/>
                    <a:pt x="232465" y="0"/>
                    <a:pt x="519225" y="0"/>
                  </a:cubicBezTo>
                  <a:cubicBezTo>
                    <a:pt x="805985" y="0"/>
                    <a:pt x="1038450" y="232465"/>
                    <a:pt x="1038450" y="519225"/>
                  </a:cubicBezTo>
                  <a:close/>
                </a:path>
              </a:pathLst>
            </a:custGeom>
            <a:noFill/>
            <a:ln w="38100" cap="flat">
              <a:solidFill>
                <a:schemeClr val="bg1">
                  <a:lumMod val="9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oboto Light" panose="02000000000000000000" pitchFamily="2" charset="0"/>
              </a:endParaRPr>
            </a:p>
          </p:txBody>
        </p:sp>
        <p:sp>
          <p:nvSpPr>
            <p:cNvPr id="11" name="Freeform: Shape 22">
              <a:extLst>
                <a:ext uri="{FF2B5EF4-FFF2-40B4-BE49-F238E27FC236}">
                  <a16:creationId xmlns:a16="http://schemas.microsoft.com/office/drawing/2014/main" xmlns="" id="{7C2C2DB8-2BA7-3F3E-1B7B-376254E32D27}"/>
                </a:ext>
              </a:extLst>
            </p:cNvPr>
            <p:cNvSpPr/>
            <p:nvPr/>
          </p:nvSpPr>
          <p:spPr>
            <a:xfrm>
              <a:off x="1895094" y="4640679"/>
              <a:ext cx="1184412" cy="1184412"/>
            </a:xfrm>
            <a:custGeom>
              <a:avLst/>
              <a:gdLst>
                <a:gd name="connsiteX0" fmla="*/ 1184413 w 1184412"/>
                <a:gd name="connsiteY0" fmla="*/ 592206 h 1184412"/>
                <a:gd name="connsiteX1" fmla="*/ 592206 w 1184412"/>
                <a:gd name="connsiteY1" fmla="*/ 1184413 h 1184412"/>
                <a:gd name="connsiteX2" fmla="*/ 0 w 1184412"/>
                <a:gd name="connsiteY2" fmla="*/ 592206 h 1184412"/>
                <a:gd name="connsiteX3" fmla="*/ 592206 w 1184412"/>
                <a:gd name="connsiteY3" fmla="*/ 0 h 1184412"/>
                <a:gd name="connsiteX4" fmla="*/ 1184413 w 1184412"/>
                <a:gd name="connsiteY4" fmla="*/ 592206 h 1184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4412" h="1184412">
                  <a:moveTo>
                    <a:pt x="1184413" y="592206"/>
                  </a:moveTo>
                  <a:cubicBezTo>
                    <a:pt x="1184413" y="919273"/>
                    <a:pt x="919273" y="1184413"/>
                    <a:pt x="592206" y="1184413"/>
                  </a:cubicBezTo>
                  <a:cubicBezTo>
                    <a:pt x="265140" y="1184413"/>
                    <a:pt x="0" y="919273"/>
                    <a:pt x="0" y="592206"/>
                  </a:cubicBezTo>
                  <a:cubicBezTo>
                    <a:pt x="0" y="265140"/>
                    <a:pt x="265140" y="0"/>
                    <a:pt x="592206" y="0"/>
                  </a:cubicBezTo>
                  <a:cubicBezTo>
                    <a:pt x="919273" y="0"/>
                    <a:pt x="1184413" y="265140"/>
                    <a:pt x="1184413" y="592206"/>
                  </a:cubicBezTo>
                  <a:close/>
                </a:path>
              </a:pathLst>
            </a:custGeom>
            <a:noFill/>
            <a:ln w="38100" cap="flat">
              <a:solidFill>
                <a:schemeClr val="bg1">
                  <a:lumMod val="9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oboto Light" panose="02000000000000000000" pitchFamily="2" charset="0"/>
              </a:endParaRPr>
            </a:p>
          </p:txBody>
        </p:sp>
        <p:sp>
          <p:nvSpPr>
            <p:cNvPr id="13" name="Freeform: Shape 23">
              <a:extLst>
                <a:ext uri="{FF2B5EF4-FFF2-40B4-BE49-F238E27FC236}">
                  <a16:creationId xmlns:a16="http://schemas.microsoft.com/office/drawing/2014/main" xmlns="" id="{02EEA417-681C-3C73-0051-93FB9206196E}"/>
                </a:ext>
              </a:extLst>
            </p:cNvPr>
            <p:cNvSpPr/>
            <p:nvPr/>
          </p:nvSpPr>
          <p:spPr>
            <a:xfrm>
              <a:off x="1822228" y="4567813"/>
              <a:ext cx="1330143" cy="1330143"/>
            </a:xfrm>
            <a:custGeom>
              <a:avLst/>
              <a:gdLst>
                <a:gd name="connsiteX0" fmla="*/ 1330144 w 1330143"/>
                <a:gd name="connsiteY0" fmla="*/ 665072 h 1330143"/>
                <a:gd name="connsiteX1" fmla="*/ 665072 w 1330143"/>
                <a:gd name="connsiteY1" fmla="*/ 1330144 h 1330143"/>
                <a:gd name="connsiteX2" fmla="*/ 0 w 1330143"/>
                <a:gd name="connsiteY2" fmla="*/ 665072 h 1330143"/>
                <a:gd name="connsiteX3" fmla="*/ 665072 w 1330143"/>
                <a:gd name="connsiteY3" fmla="*/ 0 h 1330143"/>
                <a:gd name="connsiteX4" fmla="*/ 1330144 w 1330143"/>
                <a:gd name="connsiteY4" fmla="*/ 665072 h 1330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0143" h="1330143">
                  <a:moveTo>
                    <a:pt x="1330144" y="665072"/>
                  </a:moveTo>
                  <a:cubicBezTo>
                    <a:pt x="1330144" y="1032381"/>
                    <a:pt x="1032381" y="1330144"/>
                    <a:pt x="665072" y="1330144"/>
                  </a:cubicBezTo>
                  <a:cubicBezTo>
                    <a:pt x="297763" y="1330144"/>
                    <a:pt x="0" y="1032381"/>
                    <a:pt x="0" y="665072"/>
                  </a:cubicBezTo>
                  <a:cubicBezTo>
                    <a:pt x="0" y="297763"/>
                    <a:pt x="297763" y="0"/>
                    <a:pt x="665072" y="0"/>
                  </a:cubicBezTo>
                  <a:cubicBezTo>
                    <a:pt x="1032381" y="0"/>
                    <a:pt x="1330144" y="297763"/>
                    <a:pt x="1330144" y="665072"/>
                  </a:cubicBezTo>
                  <a:close/>
                </a:path>
              </a:pathLst>
            </a:custGeom>
            <a:noFill/>
            <a:ln w="38100" cap="flat">
              <a:solidFill>
                <a:schemeClr val="bg1">
                  <a:lumMod val="9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oboto Light" panose="02000000000000000000" pitchFamily="2" charset="0"/>
              </a:endParaRPr>
            </a:p>
          </p:txBody>
        </p:sp>
        <p:sp>
          <p:nvSpPr>
            <p:cNvPr id="14" name="Freeform: Shape 24">
              <a:extLst>
                <a:ext uri="{FF2B5EF4-FFF2-40B4-BE49-F238E27FC236}">
                  <a16:creationId xmlns:a16="http://schemas.microsoft.com/office/drawing/2014/main" xmlns="" id="{0257ACAC-3CE5-7678-287B-2CA6D2056677}"/>
                </a:ext>
              </a:extLst>
            </p:cNvPr>
            <p:cNvSpPr/>
            <p:nvPr/>
          </p:nvSpPr>
          <p:spPr>
            <a:xfrm>
              <a:off x="1749247" y="4494832"/>
              <a:ext cx="1476106" cy="1476106"/>
            </a:xfrm>
            <a:custGeom>
              <a:avLst/>
              <a:gdLst>
                <a:gd name="connsiteX0" fmla="*/ 1476107 w 1476106"/>
                <a:gd name="connsiteY0" fmla="*/ 738054 h 1476106"/>
                <a:gd name="connsiteX1" fmla="*/ 738053 w 1476106"/>
                <a:gd name="connsiteY1" fmla="*/ 1476107 h 1476106"/>
                <a:gd name="connsiteX2" fmla="*/ 0 w 1476106"/>
                <a:gd name="connsiteY2" fmla="*/ 738054 h 1476106"/>
                <a:gd name="connsiteX3" fmla="*/ 738053 w 1476106"/>
                <a:gd name="connsiteY3" fmla="*/ 0 h 1476106"/>
                <a:gd name="connsiteX4" fmla="*/ 1476107 w 1476106"/>
                <a:gd name="connsiteY4" fmla="*/ 738054 h 1476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6106" h="1476106">
                  <a:moveTo>
                    <a:pt x="1476107" y="738054"/>
                  </a:moveTo>
                  <a:cubicBezTo>
                    <a:pt x="1476107" y="1145669"/>
                    <a:pt x="1145669" y="1476107"/>
                    <a:pt x="738053" y="1476107"/>
                  </a:cubicBezTo>
                  <a:cubicBezTo>
                    <a:pt x="330438" y="1476107"/>
                    <a:pt x="0" y="1145669"/>
                    <a:pt x="0" y="738054"/>
                  </a:cubicBezTo>
                  <a:cubicBezTo>
                    <a:pt x="0" y="330438"/>
                    <a:pt x="330438" y="0"/>
                    <a:pt x="738053" y="0"/>
                  </a:cubicBezTo>
                  <a:cubicBezTo>
                    <a:pt x="1145669" y="0"/>
                    <a:pt x="1476107" y="330438"/>
                    <a:pt x="1476107" y="738054"/>
                  </a:cubicBezTo>
                  <a:close/>
                </a:path>
              </a:pathLst>
            </a:custGeom>
            <a:noFill/>
            <a:ln w="38100" cap="flat">
              <a:solidFill>
                <a:schemeClr val="bg1">
                  <a:lumMod val="9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oboto Light" panose="02000000000000000000" pitchFamily="2" charset="0"/>
              </a:endParaRPr>
            </a:p>
          </p:txBody>
        </p:sp>
        <p:sp>
          <p:nvSpPr>
            <p:cNvPr id="15" name="Freeform: Shape 25">
              <a:extLst>
                <a:ext uri="{FF2B5EF4-FFF2-40B4-BE49-F238E27FC236}">
                  <a16:creationId xmlns:a16="http://schemas.microsoft.com/office/drawing/2014/main" xmlns="" id="{6E659B26-09E8-9E87-134D-769569DFBC77}"/>
                </a:ext>
              </a:extLst>
            </p:cNvPr>
            <p:cNvSpPr/>
            <p:nvPr/>
          </p:nvSpPr>
          <p:spPr>
            <a:xfrm>
              <a:off x="1676265" y="4421850"/>
              <a:ext cx="1622069" cy="1622070"/>
            </a:xfrm>
            <a:custGeom>
              <a:avLst/>
              <a:gdLst>
                <a:gd name="connsiteX0" fmla="*/ 1622070 w 1622069"/>
                <a:gd name="connsiteY0" fmla="*/ 811035 h 1622070"/>
                <a:gd name="connsiteX1" fmla="*/ 811035 w 1622069"/>
                <a:gd name="connsiteY1" fmla="*/ 1622070 h 1622070"/>
                <a:gd name="connsiteX2" fmla="*/ 0 w 1622069"/>
                <a:gd name="connsiteY2" fmla="*/ 811035 h 1622070"/>
                <a:gd name="connsiteX3" fmla="*/ 811035 w 1622069"/>
                <a:gd name="connsiteY3" fmla="*/ 0 h 1622070"/>
                <a:gd name="connsiteX4" fmla="*/ 1622070 w 1622069"/>
                <a:gd name="connsiteY4" fmla="*/ 811035 h 162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22069" h="1622070">
                  <a:moveTo>
                    <a:pt x="1622070" y="811035"/>
                  </a:moveTo>
                  <a:cubicBezTo>
                    <a:pt x="1622070" y="1258957"/>
                    <a:pt x="1258957" y="1622070"/>
                    <a:pt x="811035" y="1622070"/>
                  </a:cubicBezTo>
                  <a:cubicBezTo>
                    <a:pt x="363113" y="1622070"/>
                    <a:pt x="0" y="1258957"/>
                    <a:pt x="0" y="811035"/>
                  </a:cubicBezTo>
                  <a:cubicBezTo>
                    <a:pt x="0" y="363113"/>
                    <a:pt x="363113" y="0"/>
                    <a:pt x="811035" y="0"/>
                  </a:cubicBezTo>
                  <a:cubicBezTo>
                    <a:pt x="1258957" y="0"/>
                    <a:pt x="1622070" y="363113"/>
                    <a:pt x="1622070" y="811035"/>
                  </a:cubicBezTo>
                  <a:close/>
                </a:path>
              </a:pathLst>
            </a:custGeom>
            <a:noFill/>
            <a:ln w="38100" cap="flat">
              <a:solidFill>
                <a:schemeClr val="bg1">
                  <a:lumMod val="9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oboto Light" panose="02000000000000000000" pitchFamily="2" charset="0"/>
              </a:endParaRPr>
            </a:p>
          </p:txBody>
        </p:sp>
        <p:sp>
          <p:nvSpPr>
            <p:cNvPr id="16" name="Freeform: Shape 26">
              <a:extLst>
                <a:ext uri="{FF2B5EF4-FFF2-40B4-BE49-F238E27FC236}">
                  <a16:creationId xmlns:a16="http://schemas.microsoft.com/office/drawing/2014/main" xmlns="" id="{6A207E3A-83D7-E9CA-4DF3-DC52ECEA2BCC}"/>
                </a:ext>
              </a:extLst>
            </p:cNvPr>
            <p:cNvSpPr/>
            <p:nvPr/>
          </p:nvSpPr>
          <p:spPr>
            <a:xfrm>
              <a:off x="1603283" y="4348869"/>
              <a:ext cx="1768033" cy="1768033"/>
            </a:xfrm>
            <a:custGeom>
              <a:avLst/>
              <a:gdLst>
                <a:gd name="connsiteX0" fmla="*/ 1768033 w 1768033"/>
                <a:gd name="connsiteY0" fmla="*/ 884017 h 1768033"/>
                <a:gd name="connsiteX1" fmla="*/ 884017 w 1768033"/>
                <a:gd name="connsiteY1" fmla="*/ 1768033 h 1768033"/>
                <a:gd name="connsiteX2" fmla="*/ 0 w 1768033"/>
                <a:gd name="connsiteY2" fmla="*/ 884017 h 1768033"/>
                <a:gd name="connsiteX3" fmla="*/ 884017 w 1768033"/>
                <a:gd name="connsiteY3" fmla="*/ 0 h 1768033"/>
                <a:gd name="connsiteX4" fmla="*/ 1768033 w 1768033"/>
                <a:gd name="connsiteY4" fmla="*/ 884017 h 1768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033" h="1768033">
                  <a:moveTo>
                    <a:pt x="1768033" y="884017"/>
                  </a:moveTo>
                  <a:cubicBezTo>
                    <a:pt x="1768033" y="1372246"/>
                    <a:pt x="1372245" y="1768033"/>
                    <a:pt x="884017" y="1768033"/>
                  </a:cubicBezTo>
                  <a:cubicBezTo>
                    <a:pt x="395788" y="1768033"/>
                    <a:pt x="0" y="1372246"/>
                    <a:pt x="0" y="884017"/>
                  </a:cubicBezTo>
                  <a:cubicBezTo>
                    <a:pt x="0" y="395788"/>
                    <a:pt x="395788" y="0"/>
                    <a:pt x="884017" y="0"/>
                  </a:cubicBezTo>
                  <a:cubicBezTo>
                    <a:pt x="1372245" y="0"/>
                    <a:pt x="1768033" y="395788"/>
                    <a:pt x="1768033" y="884017"/>
                  </a:cubicBezTo>
                  <a:close/>
                </a:path>
              </a:pathLst>
            </a:custGeom>
            <a:noFill/>
            <a:ln w="38100" cap="flat">
              <a:solidFill>
                <a:schemeClr val="bg1">
                  <a:lumMod val="9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oboto Light" panose="02000000000000000000" pitchFamily="2" charset="0"/>
              </a:endParaRPr>
            </a:p>
          </p:txBody>
        </p:sp>
        <p:sp>
          <p:nvSpPr>
            <p:cNvPr id="17" name="Freeform: Shape 27">
              <a:extLst>
                <a:ext uri="{FF2B5EF4-FFF2-40B4-BE49-F238E27FC236}">
                  <a16:creationId xmlns:a16="http://schemas.microsoft.com/office/drawing/2014/main" xmlns="" id="{572EA94D-95A5-AAE3-6493-477F4E1A7B70}"/>
                </a:ext>
              </a:extLst>
            </p:cNvPr>
            <p:cNvSpPr/>
            <p:nvPr/>
          </p:nvSpPr>
          <p:spPr>
            <a:xfrm>
              <a:off x="1530302" y="4275887"/>
              <a:ext cx="1913996" cy="1913996"/>
            </a:xfrm>
            <a:custGeom>
              <a:avLst/>
              <a:gdLst>
                <a:gd name="connsiteX0" fmla="*/ 1913996 w 1913996"/>
                <a:gd name="connsiteY0" fmla="*/ 956998 h 1913996"/>
                <a:gd name="connsiteX1" fmla="*/ 956998 w 1913996"/>
                <a:gd name="connsiteY1" fmla="*/ 1913996 h 1913996"/>
                <a:gd name="connsiteX2" fmla="*/ 0 w 1913996"/>
                <a:gd name="connsiteY2" fmla="*/ 956998 h 1913996"/>
                <a:gd name="connsiteX3" fmla="*/ 956998 w 1913996"/>
                <a:gd name="connsiteY3" fmla="*/ 0 h 1913996"/>
                <a:gd name="connsiteX4" fmla="*/ 1913996 w 1913996"/>
                <a:gd name="connsiteY4" fmla="*/ 956998 h 1913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3996" h="1913996">
                  <a:moveTo>
                    <a:pt x="1913996" y="956998"/>
                  </a:moveTo>
                  <a:cubicBezTo>
                    <a:pt x="1913996" y="1485534"/>
                    <a:pt x="1485534" y="1913996"/>
                    <a:pt x="956998" y="1913996"/>
                  </a:cubicBezTo>
                  <a:cubicBezTo>
                    <a:pt x="428463" y="1913996"/>
                    <a:pt x="0" y="1485534"/>
                    <a:pt x="0" y="956998"/>
                  </a:cubicBezTo>
                  <a:cubicBezTo>
                    <a:pt x="0" y="428463"/>
                    <a:pt x="428463" y="0"/>
                    <a:pt x="956998" y="0"/>
                  </a:cubicBezTo>
                  <a:cubicBezTo>
                    <a:pt x="1485534" y="0"/>
                    <a:pt x="1913996" y="428463"/>
                    <a:pt x="1913996" y="956998"/>
                  </a:cubicBezTo>
                  <a:close/>
                </a:path>
              </a:pathLst>
            </a:custGeom>
            <a:noFill/>
            <a:ln w="38100" cap="flat">
              <a:solidFill>
                <a:schemeClr val="bg1">
                  <a:lumMod val="9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oboto Light" panose="02000000000000000000" pitchFamily="2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xmlns="" id="{EFB21C9D-E5DD-3B45-F3DB-45977C9E7512}"/>
              </a:ext>
            </a:extLst>
          </p:cNvPr>
          <p:cNvGrpSpPr/>
          <p:nvPr userDrawn="1"/>
        </p:nvGrpSpPr>
        <p:grpSpPr>
          <a:xfrm>
            <a:off x="12" y="3385194"/>
            <a:ext cx="10090800" cy="2716235"/>
            <a:chOff x="-1223858" y="3401253"/>
            <a:chExt cx="10090800" cy="2716235"/>
          </a:xfrm>
        </p:grpSpPr>
        <p:grpSp>
          <p:nvGrpSpPr>
            <p:cNvPr id="21" name="Graphic 86">
              <a:extLst>
                <a:ext uri="{FF2B5EF4-FFF2-40B4-BE49-F238E27FC236}">
                  <a16:creationId xmlns:a16="http://schemas.microsoft.com/office/drawing/2014/main" xmlns="" id="{6ED6F321-F54F-06FB-A069-4FA3880D64AD}"/>
                </a:ext>
              </a:extLst>
            </p:cNvPr>
            <p:cNvGrpSpPr/>
            <p:nvPr/>
          </p:nvGrpSpPr>
          <p:grpSpPr>
            <a:xfrm rot="16200000" flipH="1">
              <a:off x="2099530" y="2048681"/>
              <a:ext cx="745419" cy="7392196"/>
              <a:chOff x="4099113" y="381569"/>
              <a:chExt cx="524105" cy="1727247"/>
            </a:xfrm>
          </p:grpSpPr>
          <p:sp>
            <p:nvSpPr>
              <p:cNvPr id="31" name="Freeform: Shape 10">
                <a:extLst>
                  <a:ext uri="{FF2B5EF4-FFF2-40B4-BE49-F238E27FC236}">
                    <a16:creationId xmlns:a16="http://schemas.microsoft.com/office/drawing/2014/main" xmlns="" id="{1D83967C-23EF-3833-2AA2-F39B55E00EE5}"/>
                  </a:ext>
                </a:extLst>
              </p:cNvPr>
              <p:cNvSpPr/>
              <p:nvPr/>
            </p:nvSpPr>
            <p:spPr>
              <a:xfrm flipH="1">
                <a:off x="4099113" y="381569"/>
                <a:ext cx="91084" cy="1727247"/>
              </a:xfrm>
              <a:custGeom>
                <a:avLst/>
                <a:gdLst>
                  <a:gd name="connsiteX0" fmla="*/ 0 w 11602"/>
                  <a:gd name="connsiteY0" fmla="*/ 1449769 h 1449768"/>
                  <a:gd name="connsiteX1" fmla="*/ 0 w 11602"/>
                  <a:gd name="connsiteY1" fmla="*/ 0 h 1449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602" h="1449768">
                    <a:moveTo>
                      <a:pt x="0" y="1449769"/>
                    </a:moveTo>
                    <a:lnTo>
                      <a:pt x="0" y="0"/>
                    </a:lnTo>
                  </a:path>
                </a:pathLst>
              </a:custGeom>
              <a:ln w="3810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Roboto Light" panose="02000000000000000000" pitchFamily="2" charset="0"/>
                </a:endParaRPr>
              </a:p>
            </p:txBody>
          </p:sp>
          <p:sp>
            <p:nvSpPr>
              <p:cNvPr id="32" name="Freeform: Shape 11">
                <a:extLst>
                  <a:ext uri="{FF2B5EF4-FFF2-40B4-BE49-F238E27FC236}">
                    <a16:creationId xmlns:a16="http://schemas.microsoft.com/office/drawing/2014/main" xmlns="" id="{348F702C-FF78-EBAA-52E4-6CE6C868D63C}"/>
                  </a:ext>
                </a:extLst>
              </p:cNvPr>
              <p:cNvSpPr/>
              <p:nvPr/>
            </p:nvSpPr>
            <p:spPr>
              <a:xfrm flipH="1">
                <a:off x="4171285" y="381569"/>
                <a:ext cx="91084" cy="1727247"/>
              </a:xfrm>
              <a:custGeom>
                <a:avLst/>
                <a:gdLst>
                  <a:gd name="connsiteX0" fmla="*/ 0 w 11602"/>
                  <a:gd name="connsiteY0" fmla="*/ 1449769 h 1449768"/>
                  <a:gd name="connsiteX1" fmla="*/ 0 w 11602"/>
                  <a:gd name="connsiteY1" fmla="*/ 0 h 1449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602" h="1449768">
                    <a:moveTo>
                      <a:pt x="0" y="1449769"/>
                    </a:moveTo>
                    <a:lnTo>
                      <a:pt x="0" y="0"/>
                    </a:lnTo>
                  </a:path>
                </a:pathLst>
              </a:custGeom>
              <a:ln w="3810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Roboto Light" panose="02000000000000000000" pitchFamily="2" charset="0"/>
                </a:endParaRPr>
              </a:p>
            </p:txBody>
          </p:sp>
          <p:sp>
            <p:nvSpPr>
              <p:cNvPr id="33" name="Freeform: Shape 12">
                <a:extLst>
                  <a:ext uri="{FF2B5EF4-FFF2-40B4-BE49-F238E27FC236}">
                    <a16:creationId xmlns:a16="http://schemas.microsoft.com/office/drawing/2014/main" xmlns="" id="{354805DB-E66C-1805-39C5-234FACC1BD12}"/>
                  </a:ext>
                </a:extLst>
              </p:cNvPr>
              <p:cNvSpPr/>
              <p:nvPr/>
            </p:nvSpPr>
            <p:spPr>
              <a:xfrm flipH="1">
                <a:off x="4243453" y="381569"/>
                <a:ext cx="91084" cy="1727247"/>
              </a:xfrm>
              <a:custGeom>
                <a:avLst/>
                <a:gdLst>
                  <a:gd name="connsiteX0" fmla="*/ 0 w 11602"/>
                  <a:gd name="connsiteY0" fmla="*/ 1449769 h 1449768"/>
                  <a:gd name="connsiteX1" fmla="*/ 0 w 11602"/>
                  <a:gd name="connsiteY1" fmla="*/ 0 h 1449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602" h="1449768">
                    <a:moveTo>
                      <a:pt x="0" y="1449769"/>
                    </a:moveTo>
                    <a:lnTo>
                      <a:pt x="0" y="0"/>
                    </a:lnTo>
                  </a:path>
                </a:pathLst>
              </a:custGeom>
              <a:ln w="3810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Roboto Light" panose="02000000000000000000" pitchFamily="2" charset="0"/>
                </a:endParaRPr>
              </a:p>
            </p:txBody>
          </p:sp>
          <p:sp>
            <p:nvSpPr>
              <p:cNvPr id="34" name="Freeform: Shape 13">
                <a:extLst>
                  <a:ext uri="{FF2B5EF4-FFF2-40B4-BE49-F238E27FC236}">
                    <a16:creationId xmlns:a16="http://schemas.microsoft.com/office/drawing/2014/main" xmlns="" id="{AB203AAE-11C3-CEA5-8063-654360422CF9}"/>
                  </a:ext>
                </a:extLst>
              </p:cNvPr>
              <p:cNvSpPr/>
              <p:nvPr/>
            </p:nvSpPr>
            <p:spPr>
              <a:xfrm flipH="1">
                <a:off x="4309194" y="381569"/>
                <a:ext cx="91084" cy="1727247"/>
              </a:xfrm>
              <a:custGeom>
                <a:avLst/>
                <a:gdLst>
                  <a:gd name="connsiteX0" fmla="*/ 0 w 11602"/>
                  <a:gd name="connsiteY0" fmla="*/ 1449769 h 1449768"/>
                  <a:gd name="connsiteX1" fmla="*/ 0 w 11602"/>
                  <a:gd name="connsiteY1" fmla="*/ 0 h 1449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602" h="1449768">
                    <a:moveTo>
                      <a:pt x="0" y="1449769"/>
                    </a:moveTo>
                    <a:lnTo>
                      <a:pt x="0" y="0"/>
                    </a:lnTo>
                  </a:path>
                </a:pathLst>
              </a:custGeom>
              <a:ln w="3810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Roboto Light" panose="02000000000000000000" pitchFamily="2" charset="0"/>
                </a:endParaRPr>
              </a:p>
            </p:txBody>
          </p:sp>
          <p:sp>
            <p:nvSpPr>
              <p:cNvPr id="35" name="Freeform: Shape 14">
                <a:extLst>
                  <a:ext uri="{FF2B5EF4-FFF2-40B4-BE49-F238E27FC236}">
                    <a16:creationId xmlns:a16="http://schemas.microsoft.com/office/drawing/2014/main" xmlns="" id="{D9768131-F5E5-28A0-5DF2-E39C3C474673}"/>
                  </a:ext>
                </a:extLst>
              </p:cNvPr>
              <p:cNvSpPr/>
              <p:nvPr/>
            </p:nvSpPr>
            <p:spPr>
              <a:xfrm flipH="1">
                <a:off x="4387793" y="381569"/>
                <a:ext cx="91084" cy="1727247"/>
              </a:xfrm>
              <a:custGeom>
                <a:avLst/>
                <a:gdLst>
                  <a:gd name="connsiteX0" fmla="*/ 0 w 11602"/>
                  <a:gd name="connsiteY0" fmla="*/ 1449769 h 1449768"/>
                  <a:gd name="connsiteX1" fmla="*/ 0 w 11602"/>
                  <a:gd name="connsiteY1" fmla="*/ 0 h 1449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602" h="1449768">
                    <a:moveTo>
                      <a:pt x="0" y="1449769"/>
                    </a:moveTo>
                    <a:lnTo>
                      <a:pt x="0" y="0"/>
                    </a:lnTo>
                  </a:path>
                </a:pathLst>
              </a:custGeom>
              <a:ln w="3810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Roboto Light" panose="02000000000000000000" pitchFamily="2" charset="0"/>
                </a:endParaRPr>
              </a:p>
            </p:txBody>
          </p:sp>
          <p:sp>
            <p:nvSpPr>
              <p:cNvPr id="36" name="Freeform: Shape 15">
                <a:extLst>
                  <a:ext uri="{FF2B5EF4-FFF2-40B4-BE49-F238E27FC236}">
                    <a16:creationId xmlns:a16="http://schemas.microsoft.com/office/drawing/2014/main" xmlns="" id="{440A8D56-0866-4973-CA1C-E08152C0F594}"/>
                  </a:ext>
                </a:extLst>
              </p:cNvPr>
              <p:cNvSpPr/>
              <p:nvPr/>
            </p:nvSpPr>
            <p:spPr>
              <a:xfrm flipH="1">
                <a:off x="4459963" y="381569"/>
                <a:ext cx="91084" cy="1727247"/>
              </a:xfrm>
              <a:custGeom>
                <a:avLst/>
                <a:gdLst>
                  <a:gd name="connsiteX0" fmla="*/ 0 w 11602"/>
                  <a:gd name="connsiteY0" fmla="*/ 1449769 h 1449768"/>
                  <a:gd name="connsiteX1" fmla="*/ 0 w 11602"/>
                  <a:gd name="connsiteY1" fmla="*/ 0 h 1449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602" h="1449768">
                    <a:moveTo>
                      <a:pt x="0" y="1449769"/>
                    </a:moveTo>
                    <a:lnTo>
                      <a:pt x="0" y="0"/>
                    </a:lnTo>
                  </a:path>
                </a:pathLst>
              </a:custGeom>
              <a:ln w="3810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Roboto Light" panose="02000000000000000000" pitchFamily="2" charset="0"/>
                </a:endParaRPr>
              </a:p>
            </p:txBody>
          </p:sp>
          <p:sp>
            <p:nvSpPr>
              <p:cNvPr id="37" name="Freeform: Shape 16">
                <a:extLst>
                  <a:ext uri="{FF2B5EF4-FFF2-40B4-BE49-F238E27FC236}">
                    <a16:creationId xmlns:a16="http://schemas.microsoft.com/office/drawing/2014/main" xmlns="" id="{17AD6939-0089-FD9F-8B71-0ECF9B8E55D9}"/>
                  </a:ext>
                </a:extLst>
              </p:cNvPr>
              <p:cNvSpPr/>
              <p:nvPr/>
            </p:nvSpPr>
            <p:spPr>
              <a:xfrm flipH="1">
                <a:off x="4532134" y="381569"/>
                <a:ext cx="91084" cy="1727247"/>
              </a:xfrm>
              <a:custGeom>
                <a:avLst/>
                <a:gdLst>
                  <a:gd name="connsiteX0" fmla="*/ 0 w 11602"/>
                  <a:gd name="connsiteY0" fmla="*/ 1449769 h 1449768"/>
                  <a:gd name="connsiteX1" fmla="*/ 0 w 11602"/>
                  <a:gd name="connsiteY1" fmla="*/ 0 h 1449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602" h="1449768">
                    <a:moveTo>
                      <a:pt x="0" y="1449769"/>
                    </a:moveTo>
                    <a:lnTo>
                      <a:pt x="0" y="0"/>
                    </a:lnTo>
                  </a:path>
                </a:pathLst>
              </a:custGeom>
              <a:ln w="3810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Roboto Light" panose="02000000000000000000" pitchFamily="2" charset="0"/>
                </a:endParaRPr>
              </a:p>
            </p:txBody>
          </p:sp>
        </p:grpSp>
        <p:grpSp>
          <p:nvGrpSpPr>
            <p:cNvPr id="23" name="Graphic 86">
              <a:extLst>
                <a:ext uri="{FF2B5EF4-FFF2-40B4-BE49-F238E27FC236}">
                  <a16:creationId xmlns:a16="http://schemas.microsoft.com/office/drawing/2014/main" xmlns="" id="{A5082E16-C1A2-17B4-CCA7-4C1410249E4D}"/>
                </a:ext>
              </a:extLst>
            </p:cNvPr>
            <p:cNvGrpSpPr/>
            <p:nvPr/>
          </p:nvGrpSpPr>
          <p:grpSpPr>
            <a:xfrm rot="5400000" flipH="1" flipV="1">
              <a:off x="6151324" y="3401253"/>
              <a:ext cx="2715618" cy="2715618"/>
              <a:chOff x="4189661" y="2117304"/>
              <a:chExt cx="1909355" cy="1909355"/>
            </a:xfrm>
            <a:noFill/>
          </p:grpSpPr>
          <p:sp>
            <p:nvSpPr>
              <p:cNvPr id="24" name="Freeform: Shape 30">
                <a:extLst>
                  <a:ext uri="{FF2B5EF4-FFF2-40B4-BE49-F238E27FC236}">
                    <a16:creationId xmlns:a16="http://schemas.microsoft.com/office/drawing/2014/main" xmlns="" id="{3F361574-41FB-D735-96B0-5C964463A26A}"/>
                  </a:ext>
                </a:extLst>
              </p:cNvPr>
              <p:cNvSpPr/>
              <p:nvPr/>
            </p:nvSpPr>
            <p:spPr>
              <a:xfrm>
                <a:off x="4622793" y="2117420"/>
                <a:ext cx="1476223" cy="1476222"/>
              </a:xfrm>
              <a:custGeom>
                <a:avLst/>
                <a:gdLst>
                  <a:gd name="connsiteX0" fmla="*/ 1476223 w 1476223"/>
                  <a:gd name="connsiteY0" fmla="*/ 1476223 h 1476222"/>
                  <a:gd name="connsiteX1" fmla="*/ 0 w 1476223"/>
                  <a:gd name="connsiteY1" fmla="*/ 0 h 14762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76223" h="1476222">
                    <a:moveTo>
                      <a:pt x="1476223" y="1476223"/>
                    </a:moveTo>
                    <a:cubicBezTo>
                      <a:pt x="660895" y="1476223"/>
                      <a:pt x="0" y="815328"/>
                      <a:pt x="0" y="0"/>
                    </a:cubicBezTo>
                  </a:path>
                </a:pathLst>
              </a:custGeom>
              <a:noFill/>
              <a:ln w="3810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Roboto Light" panose="02000000000000000000" pitchFamily="2" charset="0"/>
                </a:endParaRPr>
              </a:p>
            </p:txBody>
          </p:sp>
          <p:sp>
            <p:nvSpPr>
              <p:cNvPr id="25" name="Freeform: Shape 31">
                <a:extLst>
                  <a:ext uri="{FF2B5EF4-FFF2-40B4-BE49-F238E27FC236}">
                    <a16:creationId xmlns:a16="http://schemas.microsoft.com/office/drawing/2014/main" xmlns="" id="{715E327A-2209-4CC4-2DE5-2EFC5F3FF08B}"/>
                  </a:ext>
                </a:extLst>
              </p:cNvPr>
              <p:cNvSpPr/>
              <p:nvPr/>
            </p:nvSpPr>
            <p:spPr>
              <a:xfrm>
                <a:off x="4550624" y="2117420"/>
                <a:ext cx="1548392" cy="1548392"/>
              </a:xfrm>
              <a:custGeom>
                <a:avLst/>
                <a:gdLst>
                  <a:gd name="connsiteX0" fmla="*/ 1548392 w 1548392"/>
                  <a:gd name="connsiteY0" fmla="*/ 1548392 h 1548392"/>
                  <a:gd name="connsiteX1" fmla="*/ 0 w 1548392"/>
                  <a:gd name="connsiteY1" fmla="*/ 0 h 15483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548392" h="1548392">
                    <a:moveTo>
                      <a:pt x="1548392" y="1548392"/>
                    </a:moveTo>
                    <a:cubicBezTo>
                      <a:pt x="693267" y="1548392"/>
                      <a:pt x="0" y="855126"/>
                      <a:pt x="0" y="0"/>
                    </a:cubicBezTo>
                  </a:path>
                </a:pathLst>
              </a:custGeom>
              <a:noFill/>
              <a:ln w="3810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Roboto Light" panose="02000000000000000000" pitchFamily="2" charset="0"/>
                </a:endParaRPr>
              </a:p>
            </p:txBody>
          </p:sp>
          <p:sp>
            <p:nvSpPr>
              <p:cNvPr id="26" name="Freeform: Shape 32">
                <a:extLst>
                  <a:ext uri="{FF2B5EF4-FFF2-40B4-BE49-F238E27FC236}">
                    <a16:creationId xmlns:a16="http://schemas.microsoft.com/office/drawing/2014/main" xmlns="" id="{4F6AC1E8-F344-5598-20DB-2BDBFD263804}"/>
                  </a:ext>
                </a:extLst>
              </p:cNvPr>
              <p:cNvSpPr/>
              <p:nvPr/>
            </p:nvSpPr>
            <p:spPr>
              <a:xfrm>
                <a:off x="4478455" y="2117420"/>
                <a:ext cx="1620561" cy="1620561"/>
              </a:xfrm>
              <a:custGeom>
                <a:avLst/>
                <a:gdLst>
                  <a:gd name="connsiteX0" fmla="*/ 1620562 w 1620561"/>
                  <a:gd name="connsiteY0" fmla="*/ 1620562 h 1620561"/>
                  <a:gd name="connsiteX1" fmla="*/ 0 w 1620561"/>
                  <a:gd name="connsiteY1" fmla="*/ 0 h 16205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620561" h="1620561">
                    <a:moveTo>
                      <a:pt x="1620562" y="1620562"/>
                    </a:moveTo>
                    <a:cubicBezTo>
                      <a:pt x="725522" y="1620562"/>
                      <a:pt x="0" y="895039"/>
                      <a:pt x="0" y="0"/>
                    </a:cubicBezTo>
                  </a:path>
                </a:pathLst>
              </a:custGeom>
              <a:noFill/>
              <a:ln w="3810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Roboto Light" panose="02000000000000000000" pitchFamily="2" charset="0"/>
                </a:endParaRPr>
              </a:p>
            </p:txBody>
          </p:sp>
          <p:sp>
            <p:nvSpPr>
              <p:cNvPr id="27" name="Freeform: Shape 33">
                <a:extLst>
                  <a:ext uri="{FF2B5EF4-FFF2-40B4-BE49-F238E27FC236}">
                    <a16:creationId xmlns:a16="http://schemas.microsoft.com/office/drawing/2014/main" xmlns="" id="{5528A69C-B840-7D28-6F4C-46BA687C3B48}"/>
                  </a:ext>
                </a:extLst>
              </p:cNvPr>
              <p:cNvSpPr/>
              <p:nvPr/>
            </p:nvSpPr>
            <p:spPr>
              <a:xfrm>
                <a:off x="4406285" y="2117420"/>
                <a:ext cx="1692731" cy="1692731"/>
              </a:xfrm>
              <a:custGeom>
                <a:avLst/>
                <a:gdLst>
                  <a:gd name="connsiteX0" fmla="*/ 1692731 w 1692731"/>
                  <a:gd name="connsiteY0" fmla="*/ 1692731 h 1692731"/>
                  <a:gd name="connsiteX1" fmla="*/ 0 w 1692731"/>
                  <a:gd name="connsiteY1" fmla="*/ 0 h 16927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692731" h="1692731">
                    <a:moveTo>
                      <a:pt x="1692731" y="1692731"/>
                    </a:moveTo>
                    <a:cubicBezTo>
                      <a:pt x="757778" y="1692731"/>
                      <a:pt x="0" y="934837"/>
                      <a:pt x="0" y="0"/>
                    </a:cubicBezTo>
                  </a:path>
                </a:pathLst>
              </a:custGeom>
              <a:noFill/>
              <a:ln w="3810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Roboto Light" panose="02000000000000000000" pitchFamily="2" charset="0"/>
                </a:endParaRPr>
              </a:p>
            </p:txBody>
          </p:sp>
          <p:sp>
            <p:nvSpPr>
              <p:cNvPr id="28" name="Freeform: Shape 34">
                <a:extLst>
                  <a:ext uri="{FF2B5EF4-FFF2-40B4-BE49-F238E27FC236}">
                    <a16:creationId xmlns:a16="http://schemas.microsoft.com/office/drawing/2014/main" xmlns="" id="{E7AC02CF-0085-9CD4-05D2-69FDC832FCF8}"/>
                  </a:ext>
                </a:extLst>
              </p:cNvPr>
              <p:cNvSpPr/>
              <p:nvPr/>
            </p:nvSpPr>
            <p:spPr>
              <a:xfrm>
                <a:off x="4334000" y="2117304"/>
                <a:ext cx="1765016" cy="1765016"/>
              </a:xfrm>
              <a:custGeom>
                <a:avLst/>
                <a:gdLst>
                  <a:gd name="connsiteX0" fmla="*/ 1765016 w 1765016"/>
                  <a:gd name="connsiteY0" fmla="*/ 1765017 h 1765016"/>
                  <a:gd name="connsiteX1" fmla="*/ 0 w 1765016"/>
                  <a:gd name="connsiteY1" fmla="*/ 0 h 1765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765016" h="1765016">
                    <a:moveTo>
                      <a:pt x="1765016" y="1765017"/>
                    </a:moveTo>
                    <a:cubicBezTo>
                      <a:pt x="790266" y="1765017"/>
                      <a:pt x="0" y="974866"/>
                      <a:pt x="0" y="0"/>
                    </a:cubicBezTo>
                  </a:path>
                </a:pathLst>
              </a:custGeom>
              <a:noFill/>
              <a:ln w="3810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Roboto Light" panose="02000000000000000000" pitchFamily="2" charset="0"/>
                </a:endParaRPr>
              </a:p>
            </p:txBody>
          </p:sp>
          <p:sp>
            <p:nvSpPr>
              <p:cNvPr id="29" name="Freeform: Shape 35">
                <a:extLst>
                  <a:ext uri="{FF2B5EF4-FFF2-40B4-BE49-F238E27FC236}">
                    <a16:creationId xmlns:a16="http://schemas.microsoft.com/office/drawing/2014/main" xmlns="" id="{D189CEF6-1BE0-FC69-76BE-A6D85A67D106}"/>
                  </a:ext>
                </a:extLst>
              </p:cNvPr>
              <p:cNvSpPr/>
              <p:nvPr/>
            </p:nvSpPr>
            <p:spPr>
              <a:xfrm>
                <a:off x="4261831" y="2117304"/>
                <a:ext cx="1837185" cy="1837185"/>
              </a:xfrm>
              <a:custGeom>
                <a:avLst/>
                <a:gdLst>
                  <a:gd name="connsiteX0" fmla="*/ 1837186 w 1837185"/>
                  <a:gd name="connsiteY0" fmla="*/ 1837186 h 1837185"/>
                  <a:gd name="connsiteX1" fmla="*/ 0 w 1837185"/>
                  <a:gd name="connsiteY1" fmla="*/ 0 h 18371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37185" h="1837185">
                    <a:moveTo>
                      <a:pt x="1837186" y="1837186"/>
                    </a:moveTo>
                    <a:cubicBezTo>
                      <a:pt x="822522" y="1837186"/>
                      <a:pt x="0" y="1014664"/>
                      <a:pt x="0" y="0"/>
                    </a:cubicBezTo>
                  </a:path>
                </a:pathLst>
              </a:custGeom>
              <a:noFill/>
              <a:ln w="3810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Roboto Light" panose="02000000000000000000" pitchFamily="2" charset="0"/>
                </a:endParaRPr>
              </a:p>
            </p:txBody>
          </p:sp>
          <p:sp>
            <p:nvSpPr>
              <p:cNvPr id="30" name="Freeform: Shape 36">
                <a:extLst>
                  <a:ext uri="{FF2B5EF4-FFF2-40B4-BE49-F238E27FC236}">
                    <a16:creationId xmlns:a16="http://schemas.microsoft.com/office/drawing/2014/main" xmlns="" id="{E7D6A9FF-89F6-7018-6892-86E0344EDE62}"/>
                  </a:ext>
                </a:extLst>
              </p:cNvPr>
              <p:cNvSpPr/>
              <p:nvPr/>
            </p:nvSpPr>
            <p:spPr>
              <a:xfrm>
                <a:off x="4189661" y="2117304"/>
                <a:ext cx="1909355" cy="1909355"/>
              </a:xfrm>
              <a:custGeom>
                <a:avLst/>
                <a:gdLst>
                  <a:gd name="connsiteX0" fmla="*/ 1909355 w 1909355"/>
                  <a:gd name="connsiteY0" fmla="*/ 1909355 h 1909355"/>
                  <a:gd name="connsiteX1" fmla="*/ 0 w 1909355"/>
                  <a:gd name="connsiteY1" fmla="*/ 0 h 1909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909355" h="1909355">
                    <a:moveTo>
                      <a:pt x="1909355" y="1909355"/>
                    </a:moveTo>
                    <a:cubicBezTo>
                      <a:pt x="854894" y="1909355"/>
                      <a:pt x="0" y="1054578"/>
                      <a:pt x="0" y="0"/>
                    </a:cubicBezTo>
                  </a:path>
                </a:pathLst>
              </a:custGeom>
              <a:noFill/>
              <a:ln w="3810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Roboto Light" panose="02000000000000000000" pitchFamily="2" charset="0"/>
                </a:endParaRPr>
              </a:p>
            </p:txBody>
          </p:sp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xmlns="" id="{8386E8FE-812B-4E82-19A1-E9DCB11C9B46}"/>
              </a:ext>
            </a:extLst>
          </p:cNvPr>
          <p:cNvGrpSpPr/>
          <p:nvPr userDrawn="1"/>
        </p:nvGrpSpPr>
        <p:grpSpPr>
          <a:xfrm>
            <a:off x="9480080" y="685800"/>
            <a:ext cx="5414225" cy="5402294"/>
            <a:chOff x="8249793" y="685800"/>
            <a:chExt cx="5414225" cy="5402294"/>
          </a:xfrm>
        </p:grpSpPr>
        <p:grpSp>
          <p:nvGrpSpPr>
            <p:cNvPr id="39" name="Graphic 86">
              <a:extLst>
                <a:ext uri="{FF2B5EF4-FFF2-40B4-BE49-F238E27FC236}">
                  <a16:creationId xmlns:a16="http://schemas.microsoft.com/office/drawing/2014/main" xmlns="" id="{8E9A21E6-764E-C407-0908-56CDD490B37D}"/>
                </a:ext>
              </a:extLst>
            </p:cNvPr>
            <p:cNvGrpSpPr/>
            <p:nvPr/>
          </p:nvGrpSpPr>
          <p:grpSpPr>
            <a:xfrm rot="10800000" flipH="1">
              <a:off x="8249793" y="685800"/>
              <a:ext cx="2715618" cy="2715618"/>
              <a:chOff x="4189661" y="2117304"/>
              <a:chExt cx="1909355" cy="1909355"/>
            </a:xfrm>
            <a:noFill/>
          </p:grpSpPr>
          <p:sp>
            <p:nvSpPr>
              <p:cNvPr id="66" name="Freeform: Shape 2">
                <a:extLst>
                  <a:ext uri="{FF2B5EF4-FFF2-40B4-BE49-F238E27FC236}">
                    <a16:creationId xmlns:a16="http://schemas.microsoft.com/office/drawing/2014/main" xmlns="" id="{E2961856-CE54-797B-62FA-9BA0BBFC4EAD}"/>
                  </a:ext>
                </a:extLst>
              </p:cNvPr>
              <p:cNvSpPr/>
              <p:nvPr/>
            </p:nvSpPr>
            <p:spPr>
              <a:xfrm>
                <a:off x="4622793" y="2117420"/>
                <a:ext cx="1476223" cy="1476222"/>
              </a:xfrm>
              <a:custGeom>
                <a:avLst/>
                <a:gdLst>
                  <a:gd name="connsiteX0" fmla="*/ 1476223 w 1476223"/>
                  <a:gd name="connsiteY0" fmla="*/ 1476223 h 1476222"/>
                  <a:gd name="connsiteX1" fmla="*/ 0 w 1476223"/>
                  <a:gd name="connsiteY1" fmla="*/ 0 h 14762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76223" h="1476222">
                    <a:moveTo>
                      <a:pt x="1476223" y="1476223"/>
                    </a:moveTo>
                    <a:cubicBezTo>
                      <a:pt x="660895" y="1476223"/>
                      <a:pt x="0" y="815328"/>
                      <a:pt x="0" y="0"/>
                    </a:cubicBezTo>
                  </a:path>
                </a:pathLst>
              </a:custGeom>
              <a:noFill/>
              <a:ln w="38100" cap="flat">
                <a:solidFill>
                  <a:schemeClr val="accent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Roboto Light" panose="02000000000000000000" pitchFamily="2" charset="0"/>
                </a:endParaRPr>
              </a:p>
            </p:txBody>
          </p:sp>
          <p:sp>
            <p:nvSpPr>
              <p:cNvPr id="67" name="Freeform: Shape 3">
                <a:extLst>
                  <a:ext uri="{FF2B5EF4-FFF2-40B4-BE49-F238E27FC236}">
                    <a16:creationId xmlns:a16="http://schemas.microsoft.com/office/drawing/2014/main" xmlns="" id="{57F751D5-B07A-966A-8284-6B6AAA0F8F89}"/>
                  </a:ext>
                </a:extLst>
              </p:cNvPr>
              <p:cNvSpPr/>
              <p:nvPr/>
            </p:nvSpPr>
            <p:spPr>
              <a:xfrm>
                <a:off x="4550624" y="2117420"/>
                <a:ext cx="1548392" cy="1548392"/>
              </a:xfrm>
              <a:custGeom>
                <a:avLst/>
                <a:gdLst>
                  <a:gd name="connsiteX0" fmla="*/ 1548392 w 1548392"/>
                  <a:gd name="connsiteY0" fmla="*/ 1548392 h 1548392"/>
                  <a:gd name="connsiteX1" fmla="*/ 0 w 1548392"/>
                  <a:gd name="connsiteY1" fmla="*/ 0 h 15483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548392" h="1548392">
                    <a:moveTo>
                      <a:pt x="1548392" y="1548392"/>
                    </a:moveTo>
                    <a:cubicBezTo>
                      <a:pt x="693267" y="1548392"/>
                      <a:pt x="0" y="855126"/>
                      <a:pt x="0" y="0"/>
                    </a:cubicBezTo>
                  </a:path>
                </a:pathLst>
              </a:custGeom>
              <a:noFill/>
              <a:ln w="38100" cap="flat">
                <a:solidFill>
                  <a:schemeClr val="accent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Roboto Light" panose="02000000000000000000" pitchFamily="2" charset="0"/>
                </a:endParaRPr>
              </a:p>
            </p:txBody>
          </p:sp>
          <p:sp>
            <p:nvSpPr>
              <p:cNvPr id="68" name="Freeform: Shape 4">
                <a:extLst>
                  <a:ext uri="{FF2B5EF4-FFF2-40B4-BE49-F238E27FC236}">
                    <a16:creationId xmlns:a16="http://schemas.microsoft.com/office/drawing/2014/main" xmlns="" id="{3F5EEE11-FF56-432F-3B54-9B84C7A35E3D}"/>
                  </a:ext>
                </a:extLst>
              </p:cNvPr>
              <p:cNvSpPr/>
              <p:nvPr/>
            </p:nvSpPr>
            <p:spPr>
              <a:xfrm>
                <a:off x="4478455" y="2117420"/>
                <a:ext cx="1620561" cy="1620561"/>
              </a:xfrm>
              <a:custGeom>
                <a:avLst/>
                <a:gdLst>
                  <a:gd name="connsiteX0" fmla="*/ 1620562 w 1620561"/>
                  <a:gd name="connsiteY0" fmla="*/ 1620562 h 1620561"/>
                  <a:gd name="connsiteX1" fmla="*/ 0 w 1620561"/>
                  <a:gd name="connsiteY1" fmla="*/ 0 h 16205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620561" h="1620561">
                    <a:moveTo>
                      <a:pt x="1620562" y="1620562"/>
                    </a:moveTo>
                    <a:cubicBezTo>
                      <a:pt x="725522" y="1620562"/>
                      <a:pt x="0" y="895039"/>
                      <a:pt x="0" y="0"/>
                    </a:cubicBezTo>
                  </a:path>
                </a:pathLst>
              </a:custGeom>
              <a:noFill/>
              <a:ln w="38100" cap="flat">
                <a:solidFill>
                  <a:schemeClr val="accent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Roboto Light" panose="02000000000000000000" pitchFamily="2" charset="0"/>
                </a:endParaRPr>
              </a:p>
            </p:txBody>
          </p:sp>
          <p:sp>
            <p:nvSpPr>
              <p:cNvPr id="69" name="Freeform: Shape 5">
                <a:extLst>
                  <a:ext uri="{FF2B5EF4-FFF2-40B4-BE49-F238E27FC236}">
                    <a16:creationId xmlns:a16="http://schemas.microsoft.com/office/drawing/2014/main" xmlns="" id="{F4BB4958-605A-CE3B-1FDC-E92BC950A361}"/>
                  </a:ext>
                </a:extLst>
              </p:cNvPr>
              <p:cNvSpPr/>
              <p:nvPr/>
            </p:nvSpPr>
            <p:spPr>
              <a:xfrm>
                <a:off x="4406285" y="2117420"/>
                <a:ext cx="1692731" cy="1692731"/>
              </a:xfrm>
              <a:custGeom>
                <a:avLst/>
                <a:gdLst>
                  <a:gd name="connsiteX0" fmla="*/ 1692731 w 1692731"/>
                  <a:gd name="connsiteY0" fmla="*/ 1692731 h 1692731"/>
                  <a:gd name="connsiteX1" fmla="*/ 0 w 1692731"/>
                  <a:gd name="connsiteY1" fmla="*/ 0 h 16927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692731" h="1692731">
                    <a:moveTo>
                      <a:pt x="1692731" y="1692731"/>
                    </a:moveTo>
                    <a:cubicBezTo>
                      <a:pt x="757778" y="1692731"/>
                      <a:pt x="0" y="934837"/>
                      <a:pt x="0" y="0"/>
                    </a:cubicBezTo>
                  </a:path>
                </a:pathLst>
              </a:custGeom>
              <a:noFill/>
              <a:ln w="38100" cap="flat">
                <a:solidFill>
                  <a:schemeClr val="accent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Roboto Light" panose="02000000000000000000" pitchFamily="2" charset="0"/>
                </a:endParaRPr>
              </a:p>
            </p:txBody>
          </p:sp>
          <p:sp>
            <p:nvSpPr>
              <p:cNvPr id="70" name="Freeform: Shape 6">
                <a:extLst>
                  <a:ext uri="{FF2B5EF4-FFF2-40B4-BE49-F238E27FC236}">
                    <a16:creationId xmlns:a16="http://schemas.microsoft.com/office/drawing/2014/main" xmlns="" id="{D931AD11-E098-82E6-A9D0-13BDA374D4A3}"/>
                  </a:ext>
                </a:extLst>
              </p:cNvPr>
              <p:cNvSpPr/>
              <p:nvPr/>
            </p:nvSpPr>
            <p:spPr>
              <a:xfrm>
                <a:off x="4334000" y="2117304"/>
                <a:ext cx="1765016" cy="1765016"/>
              </a:xfrm>
              <a:custGeom>
                <a:avLst/>
                <a:gdLst>
                  <a:gd name="connsiteX0" fmla="*/ 1765016 w 1765016"/>
                  <a:gd name="connsiteY0" fmla="*/ 1765017 h 1765016"/>
                  <a:gd name="connsiteX1" fmla="*/ 0 w 1765016"/>
                  <a:gd name="connsiteY1" fmla="*/ 0 h 1765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765016" h="1765016">
                    <a:moveTo>
                      <a:pt x="1765016" y="1765017"/>
                    </a:moveTo>
                    <a:cubicBezTo>
                      <a:pt x="790266" y="1765017"/>
                      <a:pt x="0" y="974866"/>
                      <a:pt x="0" y="0"/>
                    </a:cubicBezTo>
                  </a:path>
                </a:pathLst>
              </a:custGeom>
              <a:noFill/>
              <a:ln w="38100" cap="flat">
                <a:solidFill>
                  <a:schemeClr val="accent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Roboto Light" panose="02000000000000000000" pitchFamily="2" charset="0"/>
                </a:endParaRPr>
              </a:p>
            </p:txBody>
          </p:sp>
          <p:sp>
            <p:nvSpPr>
              <p:cNvPr id="71" name="Freeform: Shape 7">
                <a:extLst>
                  <a:ext uri="{FF2B5EF4-FFF2-40B4-BE49-F238E27FC236}">
                    <a16:creationId xmlns:a16="http://schemas.microsoft.com/office/drawing/2014/main" xmlns="" id="{C4516B4C-DFBF-D6BA-132D-BAEDB3F0BF16}"/>
                  </a:ext>
                </a:extLst>
              </p:cNvPr>
              <p:cNvSpPr/>
              <p:nvPr/>
            </p:nvSpPr>
            <p:spPr>
              <a:xfrm>
                <a:off x="4261831" y="2117304"/>
                <a:ext cx="1837185" cy="1837185"/>
              </a:xfrm>
              <a:custGeom>
                <a:avLst/>
                <a:gdLst>
                  <a:gd name="connsiteX0" fmla="*/ 1837186 w 1837185"/>
                  <a:gd name="connsiteY0" fmla="*/ 1837186 h 1837185"/>
                  <a:gd name="connsiteX1" fmla="*/ 0 w 1837185"/>
                  <a:gd name="connsiteY1" fmla="*/ 0 h 18371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37185" h="1837185">
                    <a:moveTo>
                      <a:pt x="1837186" y="1837186"/>
                    </a:moveTo>
                    <a:cubicBezTo>
                      <a:pt x="822522" y="1837186"/>
                      <a:pt x="0" y="1014664"/>
                      <a:pt x="0" y="0"/>
                    </a:cubicBezTo>
                  </a:path>
                </a:pathLst>
              </a:custGeom>
              <a:noFill/>
              <a:ln w="38100" cap="flat">
                <a:solidFill>
                  <a:schemeClr val="accent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Roboto Light" panose="02000000000000000000" pitchFamily="2" charset="0"/>
                </a:endParaRPr>
              </a:p>
            </p:txBody>
          </p:sp>
          <p:sp>
            <p:nvSpPr>
              <p:cNvPr id="72" name="Freeform: Shape 8">
                <a:extLst>
                  <a:ext uri="{FF2B5EF4-FFF2-40B4-BE49-F238E27FC236}">
                    <a16:creationId xmlns:a16="http://schemas.microsoft.com/office/drawing/2014/main" xmlns="" id="{C38229FE-1C5B-F026-8468-A15DB11DEFD1}"/>
                  </a:ext>
                </a:extLst>
              </p:cNvPr>
              <p:cNvSpPr/>
              <p:nvPr/>
            </p:nvSpPr>
            <p:spPr>
              <a:xfrm>
                <a:off x="4189661" y="2117304"/>
                <a:ext cx="1909355" cy="1909355"/>
              </a:xfrm>
              <a:custGeom>
                <a:avLst/>
                <a:gdLst>
                  <a:gd name="connsiteX0" fmla="*/ 1909355 w 1909355"/>
                  <a:gd name="connsiteY0" fmla="*/ 1909355 h 1909355"/>
                  <a:gd name="connsiteX1" fmla="*/ 0 w 1909355"/>
                  <a:gd name="connsiteY1" fmla="*/ 0 h 1909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909355" h="1909355">
                    <a:moveTo>
                      <a:pt x="1909355" y="1909355"/>
                    </a:moveTo>
                    <a:cubicBezTo>
                      <a:pt x="854894" y="1909355"/>
                      <a:pt x="0" y="1054578"/>
                      <a:pt x="0" y="0"/>
                    </a:cubicBezTo>
                  </a:path>
                </a:pathLst>
              </a:custGeom>
              <a:noFill/>
              <a:ln w="38100" cap="flat">
                <a:solidFill>
                  <a:schemeClr val="accent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Roboto Light" panose="02000000000000000000" pitchFamily="2" charset="0"/>
                </a:endParaRP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xmlns="" id="{036AE5CE-DD72-E548-21D9-98DFF385283F}"/>
                </a:ext>
              </a:extLst>
            </p:cNvPr>
            <p:cNvGrpSpPr/>
            <p:nvPr/>
          </p:nvGrpSpPr>
          <p:grpSpPr>
            <a:xfrm>
              <a:off x="8249793" y="685800"/>
              <a:ext cx="5414225" cy="5402294"/>
              <a:chOff x="8249793" y="685800"/>
              <a:chExt cx="5414225" cy="5402294"/>
            </a:xfrm>
          </p:grpSpPr>
          <p:grpSp>
            <p:nvGrpSpPr>
              <p:cNvPr id="41" name="Graphic 86">
                <a:extLst>
                  <a:ext uri="{FF2B5EF4-FFF2-40B4-BE49-F238E27FC236}">
                    <a16:creationId xmlns:a16="http://schemas.microsoft.com/office/drawing/2014/main" xmlns="" id="{F353E289-F701-87D5-9623-FD3A82F690A8}"/>
                  </a:ext>
                </a:extLst>
              </p:cNvPr>
              <p:cNvGrpSpPr/>
              <p:nvPr/>
            </p:nvGrpSpPr>
            <p:grpSpPr>
              <a:xfrm rot="10800000">
                <a:off x="10948399" y="685800"/>
                <a:ext cx="2715618" cy="2715618"/>
                <a:chOff x="4189661" y="2117304"/>
                <a:chExt cx="1909355" cy="1909355"/>
              </a:xfrm>
              <a:noFill/>
            </p:grpSpPr>
            <p:sp>
              <p:nvSpPr>
                <p:cNvPr id="59" name="Freeform: Shape 38">
                  <a:extLst>
                    <a:ext uri="{FF2B5EF4-FFF2-40B4-BE49-F238E27FC236}">
                      <a16:creationId xmlns:a16="http://schemas.microsoft.com/office/drawing/2014/main" xmlns="" id="{406E14E7-887B-662A-4D06-52582068903F}"/>
                    </a:ext>
                  </a:extLst>
                </p:cNvPr>
                <p:cNvSpPr/>
                <p:nvPr/>
              </p:nvSpPr>
              <p:spPr>
                <a:xfrm>
                  <a:off x="4622793" y="2117420"/>
                  <a:ext cx="1476223" cy="1476222"/>
                </a:xfrm>
                <a:custGeom>
                  <a:avLst/>
                  <a:gdLst>
                    <a:gd name="connsiteX0" fmla="*/ 1476223 w 1476223"/>
                    <a:gd name="connsiteY0" fmla="*/ 1476223 h 1476222"/>
                    <a:gd name="connsiteX1" fmla="*/ 0 w 1476223"/>
                    <a:gd name="connsiteY1" fmla="*/ 0 h 14762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476223" h="1476222">
                      <a:moveTo>
                        <a:pt x="1476223" y="1476223"/>
                      </a:moveTo>
                      <a:cubicBezTo>
                        <a:pt x="660895" y="1476223"/>
                        <a:pt x="0" y="815328"/>
                        <a:pt x="0" y="0"/>
                      </a:cubicBezTo>
                    </a:path>
                  </a:pathLst>
                </a:custGeom>
                <a:noFill/>
                <a:ln w="38100" cap="flat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latin typeface="Roboto Light" panose="02000000000000000000" pitchFamily="2" charset="0"/>
                  </a:endParaRPr>
                </a:p>
              </p:txBody>
            </p:sp>
            <p:sp>
              <p:nvSpPr>
                <p:cNvPr id="60" name="Freeform: Shape 39">
                  <a:extLst>
                    <a:ext uri="{FF2B5EF4-FFF2-40B4-BE49-F238E27FC236}">
                      <a16:creationId xmlns:a16="http://schemas.microsoft.com/office/drawing/2014/main" xmlns="" id="{FDEB16D1-D5DC-47B2-7481-C8AE1AD5C010}"/>
                    </a:ext>
                  </a:extLst>
                </p:cNvPr>
                <p:cNvSpPr/>
                <p:nvPr/>
              </p:nvSpPr>
              <p:spPr>
                <a:xfrm>
                  <a:off x="4550624" y="2117420"/>
                  <a:ext cx="1548392" cy="1548392"/>
                </a:xfrm>
                <a:custGeom>
                  <a:avLst/>
                  <a:gdLst>
                    <a:gd name="connsiteX0" fmla="*/ 1548392 w 1548392"/>
                    <a:gd name="connsiteY0" fmla="*/ 1548392 h 1548392"/>
                    <a:gd name="connsiteX1" fmla="*/ 0 w 1548392"/>
                    <a:gd name="connsiteY1" fmla="*/ 0 h 15483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548392" h="1548392">
                      <a:moveTo>
                        <a:pt x="1548392" y="1548392"/>
                      </a:moveTo>
                      <a:cubicBezTo>
                        <a:pt x="693267" y="1548392"/>
                        <a:pt x="0" y="855126"/>
                        <a:pt x="0" y="0"/>
                      </a:cubicBezTo>
                    </a:path>
                  </a:pathLst>
                </a:custGeom>
                <a:noFill/>
                <a:ln w="38100" cap="flat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latin typeface="Roboto Light" panose="02000000000000000000" pitchFamily="2" charset="0"/>
                  </a:endParaRPr>
                </a:p>
              </p:txBody>
            </p:sp>
            <p:sp>
              <p:nvSpPr>
                <p:cNvPr id="61" name="Freeform: Shape 40">
                  <a:extLst>
                    <a:ext uri="{FF2B5EF4-FFF2-40B4-BE49-F238E27FC236}">
                      <a16:creationId xmlns:a16="http://schemas.microsoft.com/office/drawing/2014/main" xmlns="" id="{93CF4759-7FA9-FCA5-3A2E-38E7C1643919}"/>
                    </a:ext>
                  </a:extLst>
                </p:cNvPr>
                <p:cNvSpPr/>
                <p:nvPr/>
              </p:nvSpPr>
              <p:spPr>
                <a:xfrm>
                  <a:off x="4478455" y="2117420"/>
                  <a:ext cx="1620561" cy="1620561"/>
                </a:xfrm>
                <a:custGeom>
                  <a:avLst/>
                  <a:gdLst>
                    <a:gd name="connsiteX0" fmla="*/ 1620562 w 1620561"/>
                    <a:gd name="connsiteY0" fmla="*/ 1620562 h 1620561"/>
                    <a:gd name="connsiteX1" fmla="*/ 0 w 1620561"/>
                    <a:gd name="connsiteY1" fmla="*/ 0 h 16205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620561" h="1620561">
                      <a:moveTo>
                        <a:pt x="1620562" y="1620562"/>
                      </a:moveTo>
                      <a:cubicBezTo>
                        <a:pt x="725522" y="1620562"/>
                        <a:pt x="0" y="895039"/>
                        <a:pt x="0" y="0"/>
                      </a:cubicBezTo>
                    </a:path>
                  </a:pathLst>
                </a:custGeom>
                <a:noFill/>
                <a:ln w="38100" cap="flat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latin typeface="Roboto Light" panose="02000000000000000000" pitchFamily="2" charset="0"/>
                  </a:endParaRPr>
                </a:p>
              </p:txBody>
            </p:sp>
            <p:sp>
              <p:nvSpPr>
                <p:cNvPr id="62" name="Freeform: Shape 41">
                  <a:extLst>
                    <a:ext uri="{FF2B5EF4-FFF2-40B4-BE49-F238E27FC236}">
                      <a16:creationId xmlns:a16="http://schemas.microsoft.com/office/drawing/2014/main" xmlns="" id="{A0BB1BF6-08AD-DB32-22AE-6ECC5033BD1E}"/>
                    </a:ext>
                  </a:extLst>
                </p:cNvPr>
                <p:cNvSpPr/>
                <p:nvPr/>
              </p:nvSpPr>
              <p:spPr>
                <a:xfrm>
                  <a:off x="4406285" y="2117420"/>
                  <a:ext cx="1692731" cy="1692731"/>
                </a:xfrm>
                <a:custGeom>
                  <a:avLst/>
                  <a:gdLst>
                    <a:gd name="connsiteX0" fmla="*/ 1692731 w 1692731"/>
                    <a:gd name="connsiteY0" fmla="*/ 1692731 h 1692731"/>
                    <a:gd name="connsiteX1" fmla="*/ 0 w 1692731"/>
                    <a:gd name="connsiteY1" fmla="*/ 0 h 16927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692731" h="1692731">
                      <a:moveTo>
                        <a:pt x="1692731" y="1692731"/>
                      </a:moveTo>
                      <a:cubicBezTo>
                        <a:pt x="757778" y="1692731"/>
                        <a:pt x="0" y="934837"/>
                        <a:pt x="0" y="0"/>
                      </a:cubicBezTo>
                    </a:path>
                  </a:pathLst>
                </a:custGeom>
                <a:noFill/>
                <a:ln w="38100" cap="flat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latin typeface="Roboto Light" panose="02000000000000000000" pitchFamily="2" charset="0"/>
                  </a:endParaRPr>
                </a:p>
              </p:txBody>
            </p:sp>
            <p:sp>
              <p:nvSpPr>
                <p:cNvPr id="63" name="Freeform: Shape 42">
                  <a:extLst>
                    <a:ext uri="{FF2B5EF4-FFF2-40B4-BE49-F238E27FC236}">
                      <a16:creationId xmlns:a16="http://schemas.microsoft.com/office/drawing/2014/main" xmlns="" id="{E3216020-26F5-856F-1712-E1CC62223569}"/>
                    </a:ext>
                  </a:extLst>
                </p:cNvPr>
                <p:cNvSpPr/>
                <p:nvPr/>
              </p:nvSpPr>
              <p:spPr>
                <a:xfrm>
                  <a:off x="4334000" y="2117304"/>
                  <a:ext cx="1765016" cy="1765016"/>
                </a:xfrm>
                <a:custGeom>
                  <a:avLst/>
                  <a:gdLst>
                    <a:gd name="connsiteX0" fmla="*/ 1765016 w 1765016"/>
                    <a:gd name="connsiteY0" fmla="*/ 1765017 h 1765016"/>
                    <a:gd name="connsiteX1" fmla="*/ 0 w 1765016"/>
                    <a:gd name="connsiteY1" fmla="*/ 0 h 17650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765016" h="1765016">
                      <a:moveTo>
                        <a:pt x="1765016" y="1765017"/>
                      </a:moveTo>
                      <a:cubicBezTo>
                        <a:pt x="790266" y="1765017"/>
                        <a:pt x="0" y="974866"/>
                        <a:pt x="0" y="0"/>
                      </a:cubicBezTo>
                    </a:path>
                  </a:pathLst>
                </a:custGeom>
                <a:noFill/>
                <a:ln w="38100" cap="flat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latin typeface="Roboto Light" panose="02000000000000000000" pitchFamily="2" charset="0"/>
                  </a:endParaRPr>
                </a:p>
              </p:txBody>
            </p:sp>
            <p:sp>
              <p:nvSpPr>
                <p:cNvPr id="64" name="Freeform: Shape 43">
                  <a:extLst>
                    <a:ext uri="{FF2B5EF4-FFF2-40B4-BE49-F238E27FC236}">
                      <a16:creationId xmlns:a16="http://schemas.microsoft.com/office/drawing/2014/main" xmlns="" id="{393C33BE-2D3D-E80A-A34A-07FF1D6C3994}"/>
                    </a:ext>
                  </a:extLst>
                </p:cNvPr>
                <p:cNvSpPr/>
                <p:nvPr/>
              </p:nvSpPr>
              <p:spPr>
                <a:xfrm>
                  <a:off x="4261831" y="2117304"/>
                  <a:ext cx="1837185" cy="1837185"/>
                </a:xfrm>
                <a:custGeom>
                  <a:avLst/>
                  <a:gdLst>
                    <a:gd name="connsiteX0" fmla="*/ 1837186 w 1837185"/>
                    <a:gd name="connsiteY0" fmla="*/ 1837186 h 1837185"/>
                    <a:gd name="connsiteX1" fmla="*/ 0 w 1837185"/>
                    <a:gd name="connsiteY1" fmla="*/ 0 h 18371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837185" h="1837185">
                      <a:moveTo>
                        <a:pt x="1837186" y="1837186"/>
                      </a:moveTo>
                      <a:cubicBezTo>
                        <a:pt x="822522" y="1837186"/>
                        <a:pt x="0" y="1014664"/>
                        <a:pt x="0" y="0"/>
                      </a:cubicBezTo>
                    </a:path>
                  </a:pathLst>
                </a:custGeom>
                <a:noFill/>
                <a:ln w="38100" cap="flat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latin typeface="Roboto Light" panose="02000000000000000000" pitchFamily="2" charset="0"/>
                  </a:endParaRPr>
                </a:p>
              </p:txBody>
            </p:sp>
            <p:sp>
              <p:nvSpPr>
                <p:cNvPr id="65" name="Freeform: Shape 44">
                  <a:extLst>
                    <a:ext uri="{FF2B5EF4-FFF2-40B4-BE49-F238E27FC236}">
                      <a16:creationId xmlns:a16="http://schemas.microsoft.com/office/drawing/2014/main" xmlns="" id="{7D848CEF-7DDB-7D11-8B6D-316B571D766D}"/>
                    </a:ext>
                  </a:extLst>
                </p:cNvPr>
                <p:cNvSpPr/>
                <p:nvPr/>
              </p:nvSpPr>
              <p:spPr>
                <a:xfrm>
                  <a:off x="4189661" y="2117304"/>
                  <a:ext cx="1909355" cy="1909355"/>
                </a:xfrm>
                <a:custGeom>
                  <a:avLst/>
                  <a:gdLst>
                    <a:gd name="connsiteX0" fmla="*/ 1909355 w 1909355"/>
                    <a:gd name="connsiteY0" fmla="*/ 1909355 h 1909355"/>
                    <a:gd name="connsiteX1" fmla="*/ 0 w 1909355"/>
                    <a:gd name="connsiteY1" fmla="*/ 0 h 19093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909355" h="1909355">
                      <a:moveTo>
                        <a:pt x="1909355" y="1909355"/>
                      </a:moveTo>
                      <a:cubicBezTo>
                        <a:pt x="854894" y="1909355"/>
                        <a:pt x="0" y="1054578"/>
                        <a:pt x="0" y="0"/>
                      </a:cubicBezTo>
                    </a:path>
                  </a:pathLst>
                </a:custGeom>
                <a:noFill/>
                <a:ln w="38100" cap="flat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latin typeface="Roboto Light" panose="02000000000000000000" pitchFamily="2" charset="0"/>
                  </a:endParaRPr>
                </a:p>
              </p:txBody>
            </p:sp>
          </p:grp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xmlns="" id="{4DC92A3C-FF2C-1748-84FA-39BDCFC90939}"/>
                  </a:ext>
                </a:extLst>
              </p:cNvPr>
              <p:cNvGrpSpPr/>
              <p:nvPr/>
            </p:nvGrpSpPr>
            <p:grpSpPr>
              <a:xfrm flipV="1">
                <a:off x="8249793" y="3372476"/>
                <a:ext cx="5414225" cy="2715618"/>
                <a:chOff x="8249793" y="685800"/>
                <a:chExt cx="5414225" cy="2715618"/>
              </a:xfrm>
            </p:grpSpPr>
            <p:grpSp>
              <p:nvGrpSpPr>
                <p:cNvPr id="43" name="Graphic 86">
                  <a:extLst>
                    <a:ext uri="{FF2B5EF4-FFF2-40B4-BE49-F238E27FC236}">
                      <a16:creationId xmlns:a16="http://schemas.microsoft.com/office/drawing/2014/main" xmlns="" id="{2067B634-F913-A774-8573-27B82BF7286D}"/>
                    </a:ext>
                  </a:extLst>
                </p:cNvPr>
                <p:cNvGrpSpPr/>
                <p:nvPr/>
              </p:nvGrpSpPr>
              <p:grpSpPr>
                <a:xfrm rot="10800000" flipH="1">
                  <a:off x="8249793" y="685800"/>
                  <a:ext cx="2715618" cy="2715618"/>
                  <a:chOff x="4189661" y="2117304"/>
                  <a:chExt cx="1909355" cy="1909355"/>
                </a:xfrm>
                <a:noFill/>
              </p:grpSpPr>
              <p:sp>
                <p:nvSpPr>
                  <p:cNvPr id="52" name="Freeform: Shape 57">
                    <a:extLst>
                      <a:ext uri="{FF2B5EF4-FFF2-40B4-BE49-F238E27FC236}">
                        <a16:creationId xmlns:a16="http://schemas.microsoft.com/office/drawing/2014/main" xmlns="" id="{5EAD362C-6CC2-8CC0-85AB-813A3DDF7154}"/>
                      </a:ext>
                    </a:extLst>
                  </p:cNvPr>
                  <p:cNvSpPr/>
                  <p:nvPr/>
                </p:nvSpPr>
                <p:spPr>
                  <a:xfrm>
                    <a:off x="4622793" y="2117420"/>
                    <a:ext cx="1476223" cy="1476222"/>
                  </a:xfrm>
                  <a:custGeom>
                    <a:avLst/>
                    <a:gdLst>
                      <a:gd name="connsiteX0" fmla="*/ 1476223 w 1476223"/>
                      <a:gd name="connsiteY0" fmla="*/ 1476223 h 1476222"/>
                      <a:gd name="connsiteX1" fmla="*/ 0 w 1476223"/>
                      <a:gd name="connsiteY1" fmla="*/ 0 h 14762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476223" h="1476222">
                        <a:moveTo>
                          <a:pt x="1476223" y="1476223"/>
                        </a:moveTo>
                        <a:cubicBezTo>
                          <a:pt x="660895" y="1476223"/>
                          <a:pt x="0" y="815328"/>
                          <a:pt x="0" y="0"/>
                        </a:cubicBezTo>
                      </a:path>
                    </a:pathLst>
                  </a:custGeom>
                  <a:noFill/>
                  <a:ln w="38100" cap="flat">
                    <a:solidFill>
                      <a:schemeClr val="accent4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>
                      <a:latin typeface="Roboto Light" panose="02000000000000000000" pitchFamily="2" charset="0"/>
                    </a:endParaRPr>
                  </a:p>
                </p:txBody>
              </p:sp>
              <p:sp>
                <p:nvSpPr>
                  <p:cNvPr id="53" name="Freeform: Shape 58">
                    <a:extLst>
                      <a:ext uri="{FF2B5EF4-FFF2-40B4-BE49-F238E27FC236}">
                        <a16:creationId xmlns:a16="http://schemas.microsoft.com/office/drawing/2014/main" xmlns="" id="{337999E6-632A-6CC0-61F1-BE2BEEA3959F}"/>
                      </a:ext>
                    </a:extLst>
                  </p:cNvPr>
                  <p:cNvSpPr/>
                  <p:nvPr/>
                </p:nvSpPr>
                <p:spPr>
                  <a:xfrm>
                    <a:off x="4550624" y="2117420"/>
                    <a:ext cx="1548392" cy="1548392"/>
                  </a:xfrm>
                  <a:custGeom>
                    <a:avLst/>
                    <a:gdLst>
                      <a:gd name="connsiteX0" fmla="*/ 1548392 w 1548392"/>
                      <a:gd name="connsiteY0" fmla="*/ 1548392 h 1548392"/>
                      <a:gd name="connsiteX1" fmla="*/ 0 w 1548392"/>
                      <a:gd name="connsiteY1" fmla="*/ 0 h 15483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548392" h="1548392">
                        <a:moveTo>
                          <a:pt x="1548392" y="1548392"/>
                        </a:moveTo>
                        <a:cubicBezTo>
                          <a:pt x="693267" y="1548392"/>
                          <a:pt x="0" y="855126"/>
                          <a:pt x="0" y="0"/>
                        </a:cubicBezTo>
                      </a:path>
                    </a:pathLst>
                  </a:custGeom>
                  <a:noFill/>
                  <a:ln w="38100" cap="flat">
                    <a:solidFill>
                      <a:schemeClr val="accent4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>
                      <a:latin typeface="Roboto Light" panose="02000000000000000000" pitchFamily="2" charset="0"/>
                    </a:endParaRPr>
                  </a:p>
                </p:txBody>
              </p:sp>
              <p:sp>
                <p:nvSpPr>
                  <p:cNvPr id="54" name="Freeform: Shape 59">
                    <a:extLst>
                      <a:ext uri="{FF2B5EF4-FFF2-40B4-BE49-F238E27FC236}">
                        <a16:creationId xmlns:a16="http://schemas.microsoft.com/office/drawing/2014/main" xmlns="" id="{21E92DCD-EFA2-0626-FBE7-AAF861B80DCA}"/>
                      </a:ext>
                    </a:extLst>
                  </p:cNvPr>
                  <p:cNvSpPr/>
                  <p:nvPr/>
                </p:nvSpPr>
                <p:spPr>
                  <a:xfrm>
                    <a:off x="4478455" y="2117420"/>
                    <a:ext cx="1620561" cy="1620561"/>
                  </a:xfrm>
                  <a:custGeom>
                    <a:avLst/>
                    <a:gdLst>
                      <a:gd name="connsiteX0" fmla="*/ 1620562 w 1620561"/>
                      <a:gd name="connsiteY0" fmla="*/ 1620562 h 1620561"/>
                      <a:gd name="connsiteX1" fmla="*/ 0 w 1620561"/>
                      <a:gd name="connsiteY1" fmla="*/ 0 h 16205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620561" h="1620561">
                        <a:moveTo>
                          <a:pt x="1620562" y="1620562"/>
                        </a:moveTo>
                        <a:cubicBezTo>
                          <a:pt x="725522" y="1620562"/>
                          <a:pt x="0" y="895039"/>
                          <a:pt x="0" y="0"/>
                        </a:cubicBezTo>
                      </a:path>
                    </a:pathLst>
                  </a:custGeom>
                  <a:noFill/>
                  <a:ln w="38100" cap="flat">
                    <a:solidFill>
                      <a:schemeClr val="accent4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>
                      <a:latin typeface="Roboto Light" panose="02000000000000000000" pitchFamily="2" charset="0"/>
                    </a:endParaRPr>
                  </a:p>
                </p:txBody>
              </p:sp>
              <p:sp>
                <p:nvSpPr>
                  <p:cNvPr id="55" name="Freeform: Shape 60">
                    <a:extLst>
                      <a:ext uri="{FF2B5EF4-FFF2-40B4-BE49-F238E27FC236}">
                        <a16:creationId xmlns:a16="http://schemas.microsoft.com/office/drawing/2014/main" xmlns="" id="{E19E8BBB-078B-A3AE-A0E3-CE3C677DDE64}"/>
                      </a:ext>
                    </a:extLst>
                  </p:cNvPr>
                  <p:cNvSpPr/>
                  <p:nvPr/>
                </p:nvSpPr>
                <p:spPr>
                  <a:xfrm>
                    <a:off x="4406285" y="2117420"/>
                    <a:ext cx="1692731" cy="1692731"/>
                  </a:xfrm>
                  <a:custGeom>
                    <a:avLst/>
                    <a:gdLst>
                      <a:gd name="connsiteX0" fmla="*/ 1692731 w 1692731"/>
                      <a:gd name="connsiteY0" fmla="*/ 1692731 h 1692731"/>
                      <a:gd name="connsiteX1" fmla="*/ 0 w 1692731"/>
                      <a:gd name="connsiteY1" fmla="*/ 0 h 16927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692731" h="1692731">
                        <a:moveTo>
                          <a:pt x="1692731" y="1692731"/>
                        </a:moveTo>
                        <a:cubicBezTo>
                          <a:pt x="757778" y="1692731"/>
                          <a:pt x="0" y="934837"/>
                          <a:pt x="0" y="0"/>
                        </a:cubicBezTo>
                      </a:path>
                    </a:pathLst>
                  </a:custGeom>
                  <a:noFill/>
                  <a:ln w="38100" cap="flat">
                    <a:solidFill>
                      <a:schemeClr val="accent4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>
                      <a:latin typeface="Roboto Light" panose="02000000000000000000" pitchFamily="2" charset="0"/>
                    </a:endParaRPr>
                  </a:p>
                </p:txBody>
              </p:sp>
              <p:sp>
                <p:nvSpPr>
                  <p:cNvPr id="56" name="Freeform: Shape 61">
                    <a:extLst>
                      <a:ext uri="{FF2B5EF4-FFF2-40B4-BE49-F238E27FC236}">
                        <a16:creationId xmlns:a16="http://schemas.microsoft.com/office/drawing/2014/main" xmlns="" id="{77143697-21D5-90AC-BCD7-3F68A42CD148}"/>
                      </a:ext>
                    </a:extLst>
                  </p:cNvPr>
                  <p:cNvSpPr/>
                  <p:nvPr/>
                </p:nvSpPr>
                <p:spPr>
                  <a:xfrm>
                    <a:off x="4334000" y="2117304"/>
                    <a:ext cx="1765016" cy="1765016"/>
                  </a:xfrm>
                  <a:custGeom>
                    <a:avLst/>
                    <a:gdLst>
                      <a:gd name="connsiteX0" fmla="*/ 1765016 w 1765016"/>
                      <a:gd name="connsiteY0" fmla="*/ 1765017 h 1765016"/>
                      <a:gd name="connsiteX1" fmla="*/ 0 w 1765016"/>
                      <a:gd name="connsiteY1" fmla="*/ 0 h 176501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765016" h="1765016">
                        <a:moveTo>
                          <a:pt x="1765016" y="1765017"/>
                        </a:moveTo>
                        <a:cubicBezTo>
                          <a:pt x="790266" y="1765017"/>
                          <a:pt x="0" y="974866"/>
                          <a:pt x="0" y="0"/>
                        </a:cubicBezTo>
                      </a:path>
                    </a:pathLst>
                  </a:custGeom>
                  <a:noFill/>
                  <a:ln w="38100" cap="flat">
                    <a:solidFill>
                      <a:schemeClr val="accent4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>
                      <a:latin typeface="Roboto Light" panose="02000000000000000000" pitchFamily="2" charset="0"/>
                    </a:endParaRPr>
                  </a:p>
                </p:txBody>
              </p:sp>
              <p:sp>
                <p:nvSpPr>
                  <p:cNvPr id="57" name="Freeform: Shape 62">
                    <a:extLst>
                      <a:ext uri="{FF2B5EF4-FFF2-40B4-BE49-F238E27FC236}">
                        <a16:creationId xmlns:a16="http://schemas.microsoft.com/office/drawing/2014/main" xmlns="" id="{E6C517E0-4665-F1CD-A920-C9E151EF3E88}"/>
                      </a:ext>
                    </a:extLst>
                  </p:cNvPr>
                  <p:cNvSpPr/>
                  <p:nvPr/>
                </p:nvSpPr>
                <p:spPr>
                  <a:xfrm>
                    <a:off x="4261831" y="2117304"/>
                    <a:ext cx="1837185" cy="1837185"/>
                  </a:xfrm>
                  <a:custGeom>
                    <a:avLst/>
                    <a:gdLst>
                      <a:gd name="connsiteX0" fmla="*/ 1837186 w 1837185"/>
                      <a:gd name="connsiteY0" fmla="*/ 1837186 h 1837185"/>
                      <a:gd name="connsiteX1" fmla="*/ 0 w 1837185"/>
                      <a:gd name="connsiteY1" fmla="*/ 0 h 18371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837185" h="1837185">
                        <a:moveTo>
                          <a:pt x="1837186" y="1837186"/>
                        </a:moveTo>
                        <a:cubicBezTo>
                          <a:pt x="822522" y="1837186"/>
                          <a:pt x="0" y="1014664"/>
                          <a:pt x="0" y="0"/>
                        </a:cubicBezTo>
                      </a:path>
                    </a:pathLst>
                  </a:custGeom>
                  <a:noFill/>
                  <a:ln w="38100" cap="flat">
                    <a:solidFill>
                      <a:schemeClr val="accent4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>
                      <a:latin typeface="Roboto Light" panose="02000000000000000000" pitchFamily="2" charset="0"/>
                    </a:endParaRPr>
                  </a:p>
                </p:txBody>
              </p:sp>
              <p:sp>
                <p:nvSpPr>
                  <p:cNvPr id="58" name="Freeform: Shape 63">
                    <a:extLst>
                      <a:ext uri="{FF2B5EF4-FFF2-40B4-BE49-F238E27FC236}">
                        <a16:creationId xmlns:a16="http://schemas.microsoft.com/office/drawing/2014/main" xmlns="" id="{9A5A3657-08A3-2090-3B90-D1A850452D2D}"/>
                      </a:ext>
                    </a:extLst>
                  </p:cNvPr>
                  <p:cNvSpPr/>
                  <p:nvPr/>
                </p:nvSpPr>
                <p:spPr>
                  <a:xfrm>
                    <a:off x="4189661" y="2117304"/>
                    <a:ext cx="1909355" cy="1909355"/>
                  </a:xfrm>
                  <a:custGeom>
                    <a:avLst/>
                    <a:gdLst>
                      <a:gd name="connsiteX0" fmla="*/ 1909355 w 1909355"/>
                      <a:gd name="connsiteY0" fmla="*/ 1909355 h 1909355"/>
                      <a:gd name="connsiteX1" fmla="*/ 0 w 1909355"/>
                      <a:gd name="connsiteY1" fmla="*/ 0 h 190935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909355" h="1909355">
                        <a:moveTo>
                          <a:pt x="1909355" y="1909355"/>
                        </a:moveTo>
                        <a:cubicBezTo>
                          <a:pt x="854894" y="1909355"/>
                          <a:pt x="0" y="1054578"/>
                          <a:pt x="0" y="0"/>
                        </a:cubicBezTo>
                      </a:path>
                    </a:pathLst>
                  </a:custGeom>
                  <a:noFill/>
                  <a:ln w="38100" cap="flat">
                    <a:solidFill>
                      <a:schemeClr val="accent4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>
                      <a:latin typeface="Roboto Light" panose="02000000000000000000" pitchFamily="2" charset="0"/>
                    </a:endParaRPr>
                  </a:p>
                </p:txBody>
              </p:sp>
            </p:grpSp>
            <p:grpSp>
              <p:nvGrpSpPr>
                <p:cNvPr id="44" name="Graphic 86">
                  <a:extLst>
                    <a:ext uri="{FF2B5EF4-FFF2-40B4-BE49-F238E27FC236}">
                      <a16:creationId xmlns:a16="http://schemas.microsoft.com/office/drawing/2014/main" xmlns="" id="{90098D1E-EA96-BD6F-0826-6B1B467C2B47}"/>
                    </a:ext>
                  </a:extLst>
                </p:cNvPr>
                <p:cNvGrpSpPr/>
                <p:nvPr/>
              </p:nvGrpSpPr>
              <p:grpSpPr>
                <a:xfrm rot="10800000">
                  <a:off x="10948399" y="685800"/>
                  <a:ext cx="2715619" cy="2715618"/>
                  <a:chOff x="4189661" y="2117304"/>
                  <a:chExt cx="1909356" cy="1909355"/>
                </a:xfrm>
                <a:noFill/>
              </p:grpSpPr>
              <p:sp>
                <p:nvSpPr>
                  <p:cNvPr id="45" name="Freeform: Shape 50">
                    <a:extLst>
                      <a:ext uri="{FF2B5EF4-FFF2-40B4-BE49-F238E27FC236}">
                        <a16:creationId xmlns:a16="http://schemas.microsoft.com/office/drawing/2014/main" xmlns="" id="{0E280B90-8D0F-91B5-F946-8131E90CB88D}"/>
                      </a:ext>
                    </a:extLst>
                  </p:cNvPr>
                  <p:cNvSpPr/>
                  <p:nvPr/>
                </p:nvSpPr>
                <p:spPr>
                  <a:xfrm>
                    <a:off x="4622793" y="2117420"/>
                    <a:ext cx="1476223" cy="1476222"/>
                  </a:xfrm>
                  <a:custGeom>
                    <a:avLst/>
                    <a:gdLst>
                      <a:gd name="connsiteX0" fmla="*/ 1476223 w 1476223"/>
                      <a:gd name="connsiteY0" fmla="*/ 1476223 h 1476222"/>
                      <a:gd name="connsiteX1" fmla="*/ 0 w 1476223"/>
                      <a:gd name="connsiteY1" fmla="*/ 0 h 14762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476223" h="1476222">
                        <a:moveTo>
                          <a:pt x="1476223" y="1476223"/>
                        </a:moveTo>
                        <a:cubicBezTo>
                          <a:pt x="660895" y="1476223"/>
                          <a:pt x="0" y="815328"/>
                          <a:pt x="0" y="0"/>
                        </a:cubicBezTo>
                      </a:path>
                    </a:pathLst>
                  </a:custGeom>
                  <a:noFill/>
                  <a:ln w="38100" cap="flat">
                    <a:solidFill>
                      <a:schemeClr val="accent4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>
                      <a:latin typeface="Roboto Light" panose="02000000000000000000" pitchFamily="2" charset="0"/>
                    </a:endParaRPr>
                  </a:p>
                </p:txBody>
              </p:sp>
              <p:sp>
                <p:nvSpPr>
                  <p:cNvPr id="46" name="Freeform: Shape 51">
                    <a:extLst>
                      <a:ext uri="{FF2B5EF4-FFF2-40B4-BE49-F238E27FC236}">
                        <a16:creationId xmlns:a16="http://schemas.microsoft.com/office/drawing/2014/main" xmlns="" id="{1260DD34-2498-449B-0CC1-250539EA2FBB}"/>
                      </a:ext>
                    </a:extLst>
                  </p:cNvPr>
                  <p:cNvSpPr/>
                  <p:nvPr/>
                </p:nvSpPr>
                <p:spPr>
                  <a:xfrm>
                    <a:off x="4550624" y="2117420"/>
                    <a:ext cx="1548392" cy="1548392"/>
                  </a:xfrm>
                  <a:custGeom>
                    <a:avLst/>
                    <a:gdLst>
                      <a:gd name="connsiteX0" fmla="*/ 1548392 w 1548392"/>
                      <a:gd name="connsiteY0" fmla="*/ 1548392 h 1548392"/>
                      <a:gd name="connsiteX1" fmla="*/ 0 w 1548392"/>
                      <a:gd name="connsiteY1" fmla="*/ 0 h 15483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548392" h="1548392">
                        <a:moveTo>
                          <a:pt x="1548392" y="1548392"/>
                        </a:moveTo>
                        <a:cubicBezTo>
                          <a:pt x="693267" y="1548392"/>
                          <a:pt x="0" y="855126"/>
                          <a:pt x="0" y="0"/>
                        </a:cubicBezTo>
                      </a:path>
                    </a:pathLst>
                  </a:custGeom>
                  <a:noFill/>
                  <a:ln w="38100" cap="flat">
                    <a:solidFill>
                      <a:schemeClr val="accent4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>
                      <a:latin typeface="Roboto Light" panose="02000000000000000000" pitchFamily="2" charset="0"/>
                    </a:endParaRPr>
                  </a:p>
                </p:txBody>
              </p:sp>
              <p:sp>
                <p:nvSpPr>
                  <p:cNvPr id="47" name="Freeform: Shape 52">
                    <a:extLst>
                      <a:ext uri="{FF2B5EF4-FFF2-40B4-BE49-F238E27FC236}">
                        <a16:creationId xmlns:a16="http://schemas.microsoft.com/office/drawing/2014/main" xmlns="" id="{AC09A354-361E-4CF5-A7DD-7DDAF5DDE324}"/>
                      </a:ext>
                    </a:extLst>
                  </p:cNvPr>
                  <p:cNvSpPr/>
                  <p:nvPr/>
                </p:nvSpPr>
                <p:spPr>
                  <a:xfrm>
                    <a:off x="4478455" y="2117420"/>
                    <a:ext cx="1620561" cy="1620561"/>
                  </a:xfrm>
                  <a:custGeom>
                    <a:avLst/>
                    <a:gdLst>
                      <a:gd name="connsiteX0" fmla="*/ 1620562 w 1620561"/>
                      <a:gd name="connsiteY0" fmla="*/ 1620562 h 1620561"/>
                      <a:gd name="connsiteX1" fmla="*/ 0 w 1620561"/>
                      <a:gd name="connsiteY1" fmla="*/ 0 h 16205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620561" h="1620561">
                        <a:moveTo>
                          <a:pt x="1620562" y="1620562"/>
                        </a:moveTo>
                        <a:cubicBezTo>
                          <a:pt x="725522" y="1620562"/>
                          <a:pt x="0" y="895039"/>
                          <a:pt x="0" y="0"/>
                        </a:cubicBezTo>
                      </a:path>
                    </a:pathLst>
                  </a:custGeom>
                  <a:noFill/>
                  <a:ln w="38100" cap="flat">
                    <a:solidFill>
                      <a:schemeClr val="accent4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>
                      <a:latin typeface="Roboto Light" panose="02000000000000000000" pitchFamily="2" charset="0"/>
                    </a:endParaRPr>
                  </a:p>
                </p:txBody>
              </p:sp>
              <p:sp>
                <p:nvSpPr>
                  <p:cNvPr id="48" name="Freeform: Shape 53">
                    <a:extLst>
                      <a:ext uri="{FF2B5EF4-FFF2-40B4-BE49-F238E27FC236}">
                        <a16:creationId xmlns:a16="http://schemas.microsoft.com/office/drawing/2014/main" xmlns="" id="{67085A72-12F3-BD00-D3F8-B71A673DCAC4}"/>
                      </a:ext>
                    </a:extLst>
                  </p:cNvPr>
                  <p:cNvSpPr/>
                  <p:nvPr/>
                </p:nvSpPr>
                <p:spPr>
                  <a:xfrm>
                    <a:off x="4406285" y="2117420"/>
                    <a:ext cx="1692731" cy="1692731"/>
                  </a:xfrm>
                  <a:custGeom>
                    <a:avLst/>
                    <a:gdLst>
                      <a:gd name="connsiteX0" fmla="*/ 1692731 w 1692731"/>
                      <a:gd name="connsiteY0" fmla="*/ 1692731 h 1692731"/>
                      <a:gd name="connsiteX1" fmla="*/ 0 w 1692731"/>
                      <a:gd name="connsiteY1" fmla="*/ 0 h 16927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692731" h="1692731">
                        <a:moveTo>
                          <a:pt x="1692731" y="1692731"/>
                        </a:moveTo>
                        <a:cubicBezTo>
                          <a:pt x="757778" y="1692731"/>
                          <a:pt x="0" y="934837"/>
                          <a:pt x="0" y="0"/>
                        </a:cubicBezTo>
                      </a:path>
                    </a:pathLst>
                  </a:custGeom>
                  <a:noFill/>
                  <a:ln w="38100" cap="flat">
                    <a:solidFill>
                      <a:schemeClr val="accent4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>
                      <a:latin typeface="Roboto Light" panose="02000000000000000000" pitchFamily="2" charset="0"/>
                    </a:endParaRPr>
                  </a:p>
                </p:txBody>
              </p:sp>
              <p:sp>
                <p:nvSpPr>
                  <p:cNvPr id="49" name="Freeform: Shape 54">
                    <a:extLst>
                      <a:ext uri="{FF2B5EF4-FFF2-40B4-BE49-F238E27FC236}">
                        <a16:creationId xmlns:a16="http://schemas.microsoft.com/office/drawing/2014/main" xmlns="" id="{3B9C21DB-9705-C13D-F373-828EC41FF2B4}"/>
                      </a:ext>
                    </a:extLst>
                  </p:cNvPr>
                  <p:cNvSpPr/>
                  <p:nvPr/>
                </p:nvSpPr>
                <p:spPr>
                  <a:xfrm>
                    <a:off x="4334001" y="2117305"/>
                    <a:ext cx="1765016" cy="1765016"/>
                  </a:xfrm>
                  <a:custGeom>
                    <a:avLst/>
                    <a:gdLst>
                      <a:gd name="connsiteX0" fmla="*/ 1765016 w 1765016"/>
                      <a:gd name="connsiteY0" fmla="*/ 1765017 h 1765016"/>
                      <a:gd name="connsiteX1" fmla="*/ 0 w 1765016"/>
                      <a:gd name="connsiteY1" fmla="*/ 0 h 176501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765016" h="1765016">
                        <a:moveTo>
                          <a:pt x="1765016" y="1765017"/>
                        </a:moveTo>
                        <a:cubicBezTo>
                          <a:pt x="790266" y="1765017"/>
                          <a:pt x="0" y="974866"/>
                          <a:pt x="0" y="0"/>
                        </a:cubicBezTo>
                      </a:path>
                    </a:pathLst>
                  </a:custGeom>
                  <a:noFill/>
                  <a:ln w="38100" cap="flat">
                    <a:solidFill>
                      <a:schemeClr val="accent4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>
                      <a:latin typeface="Roboto Light" panose="02000000000000000000" pitchFamily="2" charset="0"/>
                    </a:endParaRPr>
                  </a:p>
                </p:txBody>
              </p:sp>
              <p:sp>
                <p:nvSpPr>
                  <p:cNvPr id="50" name="Freeform: Shape 55">
                    <a:extLst>
                      <a:ext uri="{FF2B5EF4-FFF2-40B4-BE49-F238E27FC236}">
                        <a16:creationId xmlns:a16="http://schemas.microsoft.com/office/drawing/2014/main" xmlns="" id="{7D5EE072-BB3B-2F12-CC1F-6E315F34C7D9}"/>
                      </a:ext>
                    </a:extLst>
                  </p:cNvPr>
                  <p:cNvSpPr/>
                  <p:nvPr/>
                </p:nvSpPr>
                <p:spPr>
                  <a:xfrm>
                    <a:off x="4261831" y="2117304"/>
                    <a:ext cx="1837185" cy="1837185"/>
                  </a:xfrm>
                  <a:custGeom>
                    <a:avLst/>
                    <a:gdLst>
                      <a:gd name="connsiteX0" fmla="*/ 1837186 w 1837185"/>
                      <a:gd name="connsiteY0" fmla="*/ 1837186 h 1837185"/>
                      <a:gd name="connsiteX1" fmla="*/ 0 w 1837185"/>
                      <a:gd name="connsiteY1" fmla="*/ 0 h 18371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837185" h="1837185">
                        <a:moveTo>
                          <a:pt x="1837186" y="1837186"/>
                        </a:moveTo>
                        <a:cubicBezTo>
                          <a:pt x="822522" y="1837186"/>
                          <a:pt x="0" y="1014664"/>
                          <a:pt x="0" y="0"/>
                        </a:cubicBezTo>
                      </a:path>
                    </a:pathLst>
                  </a:custGeom>
                  <a:noFill/>
                  <a:ln w="38100" cap="flat">
                    <a:solidFill>
                      <a:schemeClr val="accent4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>
                      <a:latin typeface="Roboto Light" panose="02000000000000000000" pitchFamily="2" charset="0"/>
                    </a:endParaRPr>
                  </a:p>
                </p:txBody>
              </p:sp>
              <p:sp>
                <p:nvSpPr>
                  <p:cNvPr id="51" name="Freeform: Shape 56">
                    <a:extLst>
                      <a:ext uri="{FF2B5EF4-FFF2-40B4-BE49-F238E27FC236}">
                        <a16:creationId xmlns:a16="http://schemas.microsoft.com/office/drawing/2014/main" xmlns="" id="{FAF46417-FF1B-8AF1-7B23-C7A8F603C0B1}"/>
                      </a:ext>
                    </a:extLst>
                  </p:cNvPr>
                  <p:cNvSpPr/>
                  <p:nvPr/>
                </p:nvSpPr>
                <p:spPr>
                  <a:xfrm>
                    <a:off x="4189661" y="2117304"/>
                    <a:ext cx="1909355" cy="1909355"/>
                  </a:xfrm>
                  <a:custGeom>
                    <a:avLst/>
                    <a:gdLst>
                      <a:gd name="connsiteX0" fmla="*/ 1909355 w 1909355"/>
                      <a:gd name="connsiteY0" fmla="*/ 1909355 h 1909355"/>
                      <a:gd name="connsiteX1" fmla="*/ 0 w 1909355"/>
                      <a:gd name="connsiteY1" fmla="*/ 0 h 190935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909355" h="1909355">
                        <a:moveTo>
                          <a:pt x="1909355" y="1909355"/>
                        </a:moveTo>
                        <a:cubicBezTo>
                          <a:pt x="854894" y="1909355"/>
                          <a:pt x="0" y="1054578"/>
                          <a:pt x="0" y="0"/>
                        </a:cubicBezTo>
                      </a:path>
                    </a:pathLst>
                  </a:custGeom>
                  <a:noFill/>
                  <a:ln w="38100" cap="flat">
                    <a:solidFill>
                      <a:schemeClr val="accent4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>
                      <a:latin typeface="Roboto Light" panose="02000000000000000000" pitchFamily="2" charset="0"/>
                    </a:endParaRPr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1216382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3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GBP: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xmlns="" id="{7F3048ED-9669-3449-963B-6A6992D1ED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95759" y="1264794"/>
            <a:ext cx="11054910" cy="4532692"/>
          </a:xfrm>
          <a:prstGeom prst="rect">
            <a:avLst/>
          </a:prstGeom>
        </p:spPr>
        <p:txBody>
          <a:bodyPr/>
          <a:lstStyle>
            <a:lvl1pPr marL="268288" indent="-268288">
              <a:spcBef>
                <a:spcPts val="1600"/>
              </a:spcBef>
              <a:buClr>
                <a:srgbClr val="1293E3"/>
              </a:buClr>
              <a:buFont typeface="Arial" panose="020B0604020202020204" pitchFamily="34" charset="0"/>
              <a:buChar char="•"/>
              <a:tabLst/>
              <a:defRPr sz="2400" b="0" i="0" baseline="0">
                <a:solidFill>
                  <a:schemeClr val="accent6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Open Sans" charset="0"/>
                <a:cs typeface="Calibri" panose="020F0502020204030204" pitchFamily="34" charset="0"/>
              </a:defRPr>
            </a:lvl1pPr>
            <a:lvl2pPr marL="719138" indent="-190500">
              <a:spcBef>
                <a:spcPts val="1700"/>
              </a:spcBef>
              <a:buClr>
                <a:srgbClr val="1293E3"/>
              </a:buClr>
              <a:buSzPct val="125000"/>
              <a:buFont typeface="Police système"/>
              <a:buChar char="-"/>
              <a:tabLst>
                <a:tab pos="708025" algn="l"/>
              </a:tabLst>
              <a:defRPr lang="fr-FR" sz="2000" b="0" i="0" kern="1200" baseline="0" dirty="0">
                <a:solidFill>
                  <a:schemeClr val="accent6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Open Sans" charset="0"/>
                <a:cs typeface="Calibri" panose="020F0502020204030204" pitchFamily="34" charset="0"/>
              </a:defRPr>
            </a:lvl2pPr>
            <a:lvl5pP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Open Sans" charset="0"/>
                <a:ea typeface="Open Sans" charset="0"/>
                <a:cs typeface="Open Sans" charset="0"/>
              </a:defRPr>
            </a:lvl5pPr>
          </a:lstStyle>
          <a:p>
            <a:pPr lvl="0"/>
            <a:r>
              <a:rPr lang="fr-FR" dirty="0"/>
              <a:t>1st </a:t>
            </a:r>
            <a:r>
              <a:rPr lang="fr-FR" dirty="0" err="1"/>
              <a:t>level</a:t>
            </a:r>
            <a:r>
              <a:rPr lang="fr-FR" dirty="0"/>
              <a:t> </a:t>
            </a:r>
            <a:r>
              <a:rPr lang="fr-FR" dirty="0" err="1"/>
              <a:t>bullet</a:t>
            </a:r>
            <a:endParaRPr lang="fr-FR" dirty="0"/>
          </a:p>
          <a:p>
            <a:pPr lvl="1"/>
            <a:r>
              <a:rPr lang="fr-FR" dirty="0"/>
              <a:t>2nd </a:t>
            </a:r>
            <a:r>
              <a:rPr lang="fr-FR" dirty="0" err="1"/>
              <a:t>level</a:t>
            </a:r>
            <a:r>
              <a:rPr lang="fr-FR" dirty="0"/>
              <a:t> </a:t>
            </a:r>
            <a:r>
              <a:rPr lang="fr-FR" dirty="0" err="1"/>
              <a:t>bullet</a:t>
            </a:r>
            <a:endParaRPr lang="fr-FR" dirty="0"/>
          </a:p>
          <a:p>
            <a:pPr lvl="1"/>
            <a:endParaRPr lang="fr-FR" dirty="0"/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xmlns="" id="{EDEA822E-CDCE-A2E2-6CDF-5AC887D1ED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4129" y="6475435"/>
            <a:ext cx="382919" cy="276999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1293E3"/>
                </a:solidFill>
                <a:latin typeface="Calibri" panose="020F0502020204030204" pitchFamily="34" charset="0"/>
                <a:ea typeface="Open Sans" charset="0"/>
                <a:cs typeface="Calibri" panose="020F0502020204030204" pitchFamily="34" charset="0"/>
              </a:defRPr>
            </a:lvl1pPr>
          </a:lstStyle>
          <a:p>
            <a:fld id="{65948E48-1704-8A46-9190-E09A1DFCD82D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6" name="Segnaposto titolo 41">
            <a:extLst>
              <a:ext uri="{FF2B5EF4-FFF2-40B4-BE49-F238E27FC236}">
                <a16:creationId xmlns:a16="http://schemas.microsoft.com/office/drawing/2014/main" xmlns="" id="{365B4EA2-731A-FAF5-4B98-E8C11051F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703425" cy="992601"/>
          </a:xfrm>
          <a:prstGeom prst="rect">
            <a:avLst/>
          </a:prstGeom>
          <a:noFill/>
        </p:spPr>
        <p:txBody>
          <a:bodyPr vert="horz" lIns="36000" tIns="144000" rIns="91440" bIns="108000" rtlCol="0" anchor="ctr">
            <a:noAutofit/>
          </a:bodyPr>
          <a:lstStyle/>
          <a:p>
            <a:r>
              <a:rPr lang="it-IT" dirty="0"/>
              <a:t>SLIDE TITLE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GBP: 1 column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contenu 2"/>
          <p:cNvSpPr>
            <a:spLocks noGrp="1"/>
          </p:cNvSpPr>
          <p:nvPr>
            <p:ph idx="13" hasCustomPrompt="1"/>
          </p:nvPr>
        </p:nvSpPr>
        <p:spPr>
          <a:xfrm>
            <a:off x="341523" y="1240303"/>
            <a:ext cx="11209146" cy="47433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600"/>
              </a:spcBef>
              <a:buClr>
                <a:srgbClr val="405582"/>
              </a:buClr>
              <a:buFont typeface="ZapfDingbatsITC" charset="0"/>
              <a:buNone/>
              <a:tabLst/>
              <a:defRPr sz="2400" b="0" i="0" baseline="0">
                <a:solidFill>
                  <a:srgbClr val="1293E3"/>
                </a:solidFill>
                <a:latin typeface="Calibri" panose="020F0502020204030204" pitchFamily="34" charset="0"/>
                <a:ea typeface="Open Sans" charset="0"/>
                <a:cs typeface="Calibri" panose="020F0502020204030204" pitchFamily="34" charset="0"/>
              </a:defRPr>
            </a:lvl1pPr>
            <a:lvl2pPr marL="977900" indent="-449263">
              <a:spcBef>
                <a:spcPts val="1700"/>
              </a:spcBef>
              <a:buClr>
                <a:srgbClr val="405582"/>
              </a:buClr>
              <a:buSzPct val="100000"/>
              <a:buFont typeface="ZapfDingbatsITC" charset="0"/>
              <a:buChar char="✚"/>
              <a:tabLst/>
              <a:defRPr lang="fr-FR" sz="2200" b="0" i="0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Open Sans" charset="0"/>
                <a:ea typeface="Open Sans" charset="0"/>
                <a:cs typeface="Open Sans" charset="0"/>
              </a:defRPr>
            </a:lvl2pPr>
            <a:lvl5pP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Open Sans" charset="0"/>
                <a:ea typeface="Open Sans" charset="0"/>
                <a:cs typeface="Open Sans" charset="0"/>
              </a:defRPr>
            </a:lvl5pPr>
          </a:lstStyle>
          <a:p>
            <a:pPr lvl="0"/>
            <a:r>
              <a:rPr lang="fr-FR" dirty="0"/>
              <a:t>SUBTITLE</a:t>
            </a:r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xmlns="" id="{CE285A98-3C8B-3D4D-834F-80A202157A7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95759" y="2066544"/>
            <a:ext cx="11054910" cy="4062794"/>
          </a:xfrm>
          <a:prstGeom prst="rect">
            <a:avLst/>
          </a:prstGeom>
        </p:spPr>
        <p:txBody>
          <a:bodyPr/>
          <a:lstStyle>
            <a:lvl1pPr marL="268288" indent="-268288">
              <a:spcBef>
                <a:spcPts val="1600"/>
              </a:spcBef>
              <a:buClr>
                <a:srgbClr val="1293E3"/>
              </a:buClr>
              <a:buFont typeface="Arial" panose="020B0604020202020204" pitchFamily="34" charset="0"/>
              <a:buChar char="•"/>
              <a:tabLst/>
              <a:defRPr sz="2400" b="0" i="0" baseline="0">
                <a:solidFill>
                  <a:schemeClr val="accent6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Open Sans" charset="0"/>
                <a:cs typeface="Calibri" panose="020F0502020204030204" pitchFamily="34" charset="0"/>
              </a:defRPr>
            </a:lvl1pPr>
            <a:lvl2pPr marL="719138" indent="-190500">
              <a:spcBef>
                <a:spcPts val="1700"/>
              </a:spcBef>
              <a:buClr>
                <a:srgbClr val="1293E3"/>
              </a:buClr>
              <a:buSzPct val="125000"/>
              <a:buFont typeface="Police système"/>
              <a:buChar char="-"/>
              <a:tabLst>
                <a:tab pos="708025" algn="l"/>
              </a:tabLst>
              <a:defRPr lang="fr-FR" sz="2000" b="0" i="0" kern="1200" baseline="0" dirty="0">
                <a:solidFill>
                  <a:schemeClr val="accent6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Open Sans" charset="0"/>
                <a:cs typeface="Calibri" panose="020F0502020204030204" pitchFamily="34" charset="0"/>
              </a:defRPr>
            </a:lvl2pPr>
            <a:lvl5pP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Open Sans" charset="0"/>
                <a:ea typeface="Open Sans" charset="0"/>
                <a:cs typeface="Open Sans" charset="0"/>
              </a:defRPr>
            </a:lvl5pPr>
          </a:lstStyle>
          <a:p>
            <a:pPr lvl="0"/>
            <a:r>
              <a:rPr lang="fr-FR" dirty="0"/>
              <a:t>1st </a:t>
            </a:r>
            <a:r>
              <a:rPr lang="fr-FR" dirty="0" err="1"/>
              <a:t>level</a:t>
            </a:r>
            <a:r>
              <a:rPr lang="fr-FR" dirty="0"/>
              <a:t> </a:t>
            </a:r>
            <a:r>
              <a:rPr lang="fr-FR" dirty="0" err="1"/>
              <a:t>bullet</a:t>
            </a:r>
            <a:endParaRPr lang="fr-FR" dirty="0"/>
          </a:p>
          <a:p>
            <a:pPr lvl="1"/>
            <a:r>
              <a:rPr lang="fr-FR" dirty="0"/>
              <a:t>2nd </a:t>
            </a:r>
            <a:r>
              <a:rPr lang="fr-FR" dirty="0" err="1"/>
              <a:t>level</a:t>
            </a:r>
            <a:endParaRPr lang="fr-FR" dirty="0"/>
          </a:p>
          <a:p>
            <a:pPr lvl="1"/>
            <a:endParaRPr lang="fr-FR" dirty="0"/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xmlns="" id="{331FB700-E3C2-D557-74CC-1582E26C19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4129" y="6475435"/>
            <a:ext cx="382919" cy="276999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1293E3"/>
                </a:solidFill>
                <a:latin typeface="Calibri" panose="020F0502020204030204" pitchFamily="34" charset="0"/>
                <a:ea typeface="Open Sans" charset="0"/>
                <a:cs typeface="Calibri" panose="020F0502020204030204" pitchFamily="34" charset="0"/>
              </a:defRPr>
            </a:lvl1pPr>
          </a:lstStyle>
          <a:p>
            <a:fld id="{65948E48-1704-8A46-9190-E09A1DFCD82D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5" name="Segnaposto titolo 41">
            <a:extLst>
              <a:ext uri="{FF2B5EF4-FFF2-40B4-BE49-F238E27FC236}">
                <a16:creationId xmlns:a16="http://schemas.microsoft.com/office/drawing/2014/main" xmlns="" id="{64CDD564-A08F-5C77-B8BB-790C010FC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703425" cy="992601"/>
          </a:xfrm>
          <a:prstGeom prst="rect">
            <a:avLst/>
          </a:prstGeom>
          <a:noFill/>
        </p:spPr>
        <p:txBody>
          <a:bodyPr vert="horz" lIns="36000" tIns="144000" rIns="91440" bIns="108000" rtlCol="0" anchor="ctr">
            <a:noAutofit/>
          </a:bodyPr>
          <a:lstStyle/>
          <a:p>
            <a:r>
              <a:rPr lang="it-IT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683261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GBP: 1 paragraph + 2 tab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contenu 2"/>
          <p:cNvSpPr>
            <a:spLocks noGrp="1"/>
          </p:cNvSpPr>
          <p:nvPr>
            <p:ph idx="13" hasCustomPrompt="1"/>
          </p:nvPr>
        </p:nvSpPr>
        <p:spPr>
          <a:xfrm>
            <a:off x="462709" y="1216152"/>
            <a:ext cx="11087960" cy="79039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600"/>
              </a:spcBef>
              <a:buClr>
                <a:srgbClr val="405582"/>
              </a:buClr>
              <a:buFont typeface="ZapfDingbatsITC" charset="0"/>
              <a:buNone/>
              <a:tabLst/>
              <a:defRPr lang="fr-FR" sz="1800" b="0" i="0" baseline="0" dirty="0">
                <a:solidFill>
                  <a:schemeClr val="accent6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Open Sans" charset="0"/>
                <a:cs typeface="Calibri" panose="020F0502020204030204" pitchFamily="34" charset="0"/>
              </a:defRPr>
            </a:lvl1pPr>
            <a:lvl2pPr marL="977900" indent="-449263">
              <a:spcBef>
                <a:spcPts val="1700"/>
              </a:spcBef>
              <a:buClr>
                <a:srgbClr val="405582"/>
              </a:buClr>
              <a:buSzPct val="100000"/>
              <a:buFont typeface="ZapfDingbatsITC" charset="0"/>
              <a:buChar char="✚"/>
              <a:tabLst/>
              <a:defRPr lang="fr-FR" sz="2200" b="0" i="0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Open Sans" charset="0"/>
                <a:ea typeface="Open Sans" charset="0"/>
                <a:cs typeface="Open Sans" charset="0"/>
              </a:defRPr>
            </a:lvl2pPr>
            <a:lvl5pP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Open Sans" charset="0"/>
                <a:ea typeface="Open Sans" charset="0"/>
                <a:cs typeface="Open Sans" charset="0"/>
              </a:defRPr>
            </a:lvl5pPr>
          </a:lstStyle>
          <a:p>
            <a:pPr marL="0" lvl="0" indent="0">
              <a:spcBef>
                <a:spcPts val="1600"/>
              </a:spcBef>
              <a:buClr>
                <a:srgbClr val="405582"/>
              </a:buClr>
              <a:buFont typeface="ZapfDingbatsITC" charset="0"/>
              <a:buNone/>
              <a:tabLst/>
            </a:pPr>
            <a:r>
              <a:rPr lang="fr-FR" dirty="0" err="1"/>
              <a:t>Paragraph</a:t>
            </a:r>
            <a:endParaRPr lang="fr-FR" dirty="0"/>
          </a:p>
        </p:txBody>
      </p:sp>
      <p:sp>
        <p:nvSpPr>
          <p:cNvPr id="14" name="Segnaposto tabella 11">
            <a:extLst>
              <a:ext uri="{FF2B5EF4-FFF2-40B4-BE49-F238E27FC236}">
                <a16:creationId xmlns:a16="http://schemas.microsoft.com/office/drawing/2014/main" xmlns="" id="{2B6E60B8-5AED-B046-8508-27FDCDF00B5B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6096001" y="2347904"/>
            <a:ext cx="5454668" cy="3787082"/>
          </a:xfrm>
          <a:prstGeom prst="rect">
            <a:avLst/>
          </a:prstGeom>
        </p:spPr>
        <p:txBody>
          <a:bodyPr/>
          <a:lstStyle>
            <a:lvl1pPr>
              <a:buNone/>
              <a:defRPr lang="it-CH" b="0" i="0">
                <a:solidFill>
                  <a:schemeClr val="accent6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endParaRPr lang="it-CH" dirty="0"/>
          </a:p>
        </p:txBody>
      </p:sp>
      <p:sp>
        <p:nvSpPr>
          <p:cNvPr id="15" name="Segnaposto tabella 11">
            <a:extLst>
              <a:ext uri="{FF2B5EF4-FFF2-40B4-BE49-F238E27FC236}">
                <a16:creationId xmlns:a16="http://schemas.microsoft.com/office/drawing/2014/main" xmlns="" id="{35949FA0-B415-5347-ABBF-D006C36F50CB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462709" y="2342256"/>
            <a:ext cx="5223922" cy="3787082"/>
          </a:xfrm>
          <a:prstGeom prst="rect">
            <a:avLst/>
          </a:prstGeom>
        </p:spPr>
        <p:txBody>
          <a:bodyPr/>
          <a:lstStyle>
            <a:lvl1pPr>
              <a:buNone/>
              <a:defRPr lang="it-CH" b="0" i="0">
                <a:solidFill>
                  <a:schemeClr val="accent6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endParaRPr lang="it-CH" dirty="0"/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xmlns="" id="{C5EAEEFA-DAB4-8444-8387-5A4859C79E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4129" y="6475435"/>
            <a:ext cx="382919" cy="276999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1293E3"/>
                </a:solidFill>
                <a:latin typeface="Calibri" panose="020F0502020204030204" pitchFamily="34" charset="0"/>
                <a:ea typeface="Open Sans" charset="0"/>
                <a:cs typeface="Calibri" panose="020F0502020204030204" pitchFamily="34" charset="0"/>
              </a:defRPr>
            </a:lvl1pPr>
          </a:lstStyle>
          <a:p>
            <a:fld id="{65948E48-1704-8A46-9190-E09A1DFCD82D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5" name="Segnaposto titolo 41">
            <a:extLst>
              <a:ext uri="{FF2B5EF4-FFF2-40B4-BE49-F238E27FC236}">
                <a16:creationId xmlns:a16="http://schemas.microsoft.com/office/drawing/2014/main" xmlns="" id="{C4E77E3C-0D17-3EF7-3DD9-1037AF144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703425" cy="992601"/>
          </a:xfrm>
          <a:prstGeom prst="rect">
            <a:avLst/>
          </a:prstGeom>
          <a:noFill/>
        </p:spPr>
        <p:txBody>
          <a:bodyPr vert="horz" lIns="36000" tIns="144000" rIns="91440" bIns="108000" rtlCol="0" anchor="ctr">
            <a:noAutofit/>
          </a:bodyPr>
          <a:lstStyle/>
          <a:p>
            <a:r>
              <a:rPr lang="it-IT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852352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GBP: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contenu 2"/>
          <p:cNvSpPr>
            <a:spLocks noGrp="1"/>
          </p:cNvSpPr>
          <p:nvPr>
            <p:ph idx="13" hasCustomPrompt="1"/>
          </p:nvPr>
        </p:nvSpPr>
        <p:spPr>
          <a:xfrm>
            <a:off x="462709" y="1207008"/>
            <a:ext cx="11087960" cy="494690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600"/>
              </a:spcBef>
              <a:buClr>
                <a:srgbClr val="405582"/>
              </a:buClr>
              <a:buFont typeface="ZapfDingbatsITC" charset="0"/>
              <a:buNone/>
              <a:tabLst/>
              <a:defRPr lang="fr-FR" sz="1800" b="0" i="0" baseline="0" dirty="0">
                <a:solidFill>
                  <a:schemeClr val="accent6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Open Sans" charset="0"/>
                <a:cs typeface="Calibri" panose="020F0502020204030204" pitchFamily="34" charset="0"/>
              </a:defRPr>
            </a:lvl1pPr>
            <a:lvl2pPr marL="977900" indent="-449263">
              <a:spcBef>
                <a:spcPts val="1700"/>
              </a:spcBef>
              <a:buClr>
                <a:srgbClr val="405582"/>
              </a:buClr>
              <a:buSzPct val="100000"/>
              <a:buFont typeface="ZapfDingbatsITC" charset="0"/>
              <a:buChar char="✚"/>
              <a:tabLst/>
              <a:defRPr lang="fr-FR" sz="2200" b="0" i="0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Open Sans" charset="0"/>
                <a:ea typeface="Open Sans" charset="0"/>
                <a:cs typeface="Open Sans" charset="0"/>
              </a:defRPr>
            </a:lvl2pPr>
            <a:lvl5pP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Open Sans" charset="0"/>
                <a:ea typeface="Open Sans" charset="0"/>
                <a:cs typeface="Open Sans" charset="0"/>
              </a:defRPr>
            </a:lvl5pPr>
          </a:lstStyle>
          <a:p>
            <a:pPr marL="0" lvl="0" indent="0">
              <a:spcBef>
                <a:spcPts val="1600"/>
              </a:spcBef>
              <a:buClr>
                <a:srgbClr val="405582"/>
              </a:buClr>
              <a:buFont typeface="ZapfDingbatsITC" charset="0"/>
              <a:buNone/>
              <a:tabLst/>
            </a:pPr>
            <a:r>
              <a:rPr lang="fr-FR" dirty="0" err="1"/>
              <a:t>Paragraph</a:t>
            </a:r>
            <a:endParaRPr lang="fr-FR" dirty="0"/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xmlns="" id="{B1EAFDEA-66CB-1534-2882-946A78A689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4129" y="6475435"/>
            <a:ext cx="382919" cy="276999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1293E3"/>
                </a:solidFill>
                <a:latin typeface="Calibri" panose="020F0502020204030204" pitchFamily="34" charset="0"/>
                <a:ea typeface="Open Sans" charset="0"/>
                <a:cs typeface="Calibri" panose="020F0502020204030204" pitchFamily="34" charset="0"/>
              </a:defRPr>
            </a:lvl1pPr>
          </a:lstStyle>
          <a:p>
            <a:fld id="{65948E48-1704-8A46-9190-E09A1DFCD82D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6" name="Segnaposto titolo 41">
            <a:extLst>
              <a:ext uri="{FF2B5EF4-FFF2-40B4-BE49-F238E27FC236}">
                <a16:creationId xmlns:a16="http://schemas.microsoft.com/office/drawing/2014/main" xmlns="" id="{7278B165-FDD5-C7BF-FFEF-4B60E735E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703425" cy="992601"/>
          </a:xfrm>
          <a:prstGeom prst="rect">
            <a:avLst/>
          </a:prstGeom>
          <a:noFill/>
        </p:spPr>
        <p:txBody>
          <a:bodyPr vert="horz" lIns="36000" tIns="144000" rIns="91440" bIns="108000" rtlCol="0" anchor="ctr">
            <a:noAutofit/>
          </a:bodyPr>
          <a:lstStyle/>
          <a:p>
            <a:r>
              <a:rPr lang="it-IT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73639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I: Section Cover">
    <p:bg>
      <p:bgPr>
        <a:solidFill>
          <a:srgbClr val="1293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63">
            <a:extLst>
              <a:ext uri="{FF2B5EF4-FFF2-40B4-BE49-F238E27FC236}">
                <a16:creationId xmlns:a16="http://schemas.microsoft.com/office/drawing/2014/main" xmlns="" id="{16CB0F85-58FF-B84D-04D3-EA22441130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3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415269" y="3082546"/>
            <a:ext cx="7776731" cy="978408"/>
          </a:xfrm>
          <a:prstGeom prst="rect">
            <a:avLst/>
          </a:prstGeom>
          <a:noFill/>
          <a:ln>
            <a:noFill/>
          </a:ln>
        </p:spPr>
        <p:txBody>
          <a:bodyPr rIns="396000" bIns="72000" anchor="ctr"/>
          <a:lstStyle>
            <a:lvl1pPr marL="0" indent="0" algn="l">
              <a:lnSpc>
                <a:spcPct val="80000"/>
              </a:lnSpc>
              <a:spcBef>
                <a:spcPts val="0"/>
              </a:spcBef>
              <a:defRPr sz="4000" b="1" i="0" cap="all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fr-FR" dirty="0"/>
              <a:t>SECTION TITLE </a:t>
            </a:r>
          </a:p>
        </p:txBody>
      </p:sp>
      <p:sp>
        <p:nvSpPr>
          <p:cNvPr id="8" name="CasellaDiTesto 32">
            <a:extLst>
              <a:ext uri="{FF2B5EF4-FFF2-40B4-BE49-F238E27FC236}">
                <a16:creationId xmlns:a16="http://schemas.microsoft.com/office/drawing/2014/main" xmlns="" id="{51253091-EFBB-B65B-F3D5-8A5C77B1BB16}"/>
              </a:ext>
            </a:extLst>
          </p:cNvPr>
          <p:cNvSpPr txBox="1"/>
          <p:nvPr userDrawn="1"/>
        </p:nvSpPr>
        <p:spPr>
          <a:xfrm>
            <a:off x="10693914" y="6493272"/>
            <a:ext cx="13398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900" dirty="0">
                <a:solidFill>
                  <a:schemeClr val="bg1"/>
                </a:solidFill>
                <a:latin typeface="+mj-lt"/>
                <a:ea typeface="Open Sans" charset="0"/>
                <a:cs typeface="Open Sans" charset="0"/>
              </a:rPr>
              <a:t>© </a:t>
            </a:r>
            <a:r>
              <a:rPr lang="de-DE" sz="900" kern="1200" dirty="0" err="1">
                <a:solidFill>
                  <a:schemeClr val="bg1"/>
                </a:solidFill>
                <a:latin typeface="+mn-lt"/>
                <a:ea typeface="Open Sans" charset="0"/>
                <a:cs typeface="Open Sans" charset="0"/>
              </a:rPr>
              <a:t>projects-horse</a:t>
            </a:r>
            <a:r>
              <a:rPr lang="de-DE" sz="900" dirty="0" err="1">
                <a:solidFill>
                  <a:schemeClr val="bg1"/>
                </a:solidFill>
                <a:latin typeface="+mj-lt"/>
                <a:ea typeface="Open Sans" charset="0"/>
                <a:cs typeface="Open Sans" charset="0"/>
              </a:rPr>
              <a:t>.eu</a:t>
            </a:r>
            <a:endParaRPr lang="it-IT" sz="900" dirty="0">
              <a:solidFill>
                <a:schemeClr val="bg1"/>
              </a:solidFill>
              <a:latin typeface="+mj-lt"/>
              <a:ea typeface="Open Sans" charset="0"/>
              <a:cs typeface="Open Sans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57A0117A-F44B-5F61-79EE-8475418D03F7}"/>
              </a:ext>
            </a:extLst>
          </p:cNvPr>
          <p:cNvGrpSpPr/>
          <p:nvPr userDrawn="1"/>
        </p:nvGrpSpPr>
        <p:grpSpPr>
          <a:xfrm flipH="1">
            <a:off x="0" y="0"/>
            <a:ext cx="2493725" cy="6229683"/>
            <a:chOff x="1156521" y="1246167"/>
            <a:chExt cx="967788" cy="2417673"/>
          </a:xfrm>
        </p:grpSpPr>
        <p:grpSp>
          <p:nvGrpSpPr>
            <p:cNvPr id="4" name="Graphic 86">
              <a:extLst>
                <a:ext uri="{FF2B5EF4-FFF2-40B4-BE49-F238E27FC236}">
                  <a16:creationId xmlns:a16="http://schemas.microsoft.com/office/drawing/2014/main" xmlns="" id="{BDAEE087-C74E-2C17-7858-2D0F2D03C20D}"/>
                </a:ext>
              </a:extLst>
            </p:cNvPr>
            <p:cNvGrpSpPr/>
            <p:nvPr/>
          </p:nvGrpSpPr>
          <p:grpSpPr>
            <a:xfrm>
              <a:off x="1156521" y="2695936"/>
              <a:ext cx="967788" cy="967904"/>
              <a:chOff x="2187252" y="2863596"/>
              <a:chExt cx="967788" cy="967904"/>
            </a:xfrm>
            <a:noFill/>
          </p:grpSpPr>
          <p:sp>
            <p:nvSpPr>
              <p:cNvPr id="14" name="Freeform: Shape 119">
                <a:extLst>
                  <a:ext uri="{FF2B5EF4-FFF2-40B4-BE49-F238E27FC236}">
                    <a16:creationId xmlns:a16="http://schemas.microsoft.com/office/drawing/2014/main" xmlns="" id="{BBBE7F5E-25F0-5274-BE7C-FAF9B5E07772}"/>
                  </a:ext>
                </a:extLst>
              </p:cNvPr>
              <p:cNvSpPr/>
              <p:nvPr/>
            </p:nvSpPr>
            <p:spPr>
              <a:xfrm>
                <a:off x="2187252" y="2863712"/>
                <a:ext cx="967788" cy="967788"/>
              </a:xfrm>
              <a:custGeom>
                <a:avLst/>
                <a:gdLst>
                  <a:gd name="connsiteX0" fmla="*/ 967789 w 967788"/>
                  <a:gd name="connsiteY0" fmla="*/ 967789 h 967788"/>
                  <a:gd name="connsiteX1" fmla="*/ 0 w 967788"/>
                  <a:gd name="connsiteY1" fmla="*/ 0 h 967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67788" h="967788">
                    <a:moveTo>
                      <a:pt x="967789" y="967789"/>
                    </a:moveTo>
                    <a:cubicBezTo>
                      <a:pt x="433248" y="967789"/>
                      <a:pt x="0" y="534541"/>
                      <a:pt x="0" y="0"/>
                    </a:cubicBezTo>
                  </a:path>
                </a:pathLst>
              </a:custGeom>
              <a:noFill/>
              <a:ln w="15875" cap="flat">
                <a:solidFill>
                  <a:srgbClr val="054D69">
                    <a:alpha val="20000"/>
                  </a:srgb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20">
                <a:extLst>
                  <a:ext uri="{FF2B5EF4-FFF2-40B4-BE49-F238E27FC236}">
                    <a16:creationId xmlns:a16="http://schemas.microsoft.com/office/drawing/2014/main" xmlns="" id="{13157D7F-8BEE-BAE7-DE83-AC2FF9567C9B}"/>
                  </a:ext>
                </a:extLst>
              </p:cNvPr>
              <p:cNvSpPr/>
              <p:nvPr/>
            </p:nvSpPr>
            <p:spPr>
              <a:xfrm>
                <a:off x="2262206" y="2863596"/>
                <a:ext cx="892834" cy="892834"/>
              </a:xfrm>
              <a:custGeom>
                <a:avLst/>
                <a:gdLst>
                  <a:gd name="connsiteX0" fmla="*/ 892835 w 892834"/>
                  <a:gd name="connsiteY0" fmla="*/ 892835 h 892834"/>
                  <a:gd name="connsiteX1" fmla="*/ 0 w 892834"/>
                  <a:gd name="connsiteY1" fmla="*/ 0 h 8928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92834" h="892834">
                    <a:moveTo>
                      <a:pt x="892835" y="892835"/>
                    </a:moveTo>
                    <a:cubicBezTo>
                      <a:pt x="399716" y="892835"/>
                      <a:pt x="0" y="493119"/>
                      <a:pt x="0" y="0"/>
                    </a:cubicBezTo>
                  </a:path>
                </a:pathLst>
              </a:custGeom>
              <a:noFill/>
              <a:ln w="15875" cap="flat">
                <a:solidFill>
                  <a:srgbClr val="054D69">
                    <a:alpha val="20000"/>
                  </a:srgb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21">
                <a:extLst>
                  <a:ext uri="{FF2B5EF4-FFF2-40B4-BE49-F238E27FC236}">
                    <a16:creationId xmlns:a16="http://schemas.microsoft.com/office/drawing/2014/main" xmlns="" id="{3DB75C91-3604-741F-C35E-AA41DA6D6C3E}"/>
                  </a:ext>
                </a:extLst>
              </p:cNvPr>
              <p:cNvSpPr/>
              <p:nvPr/>
            </p:nvSpPr>
            <p:spPr>
              <a:xfrm>
                <a:off x="2337276" y="2863712"/>
                <a:ext cx="817764" cy="817764"/>
              </a:xfrm>
              <a:custGeom>
                <a:avLst/>
                <a:gdLst>
                  <a:gd name="connsiteX0" fmla="*/ 817765 w 817764"/>
                  <a:gd name="connsiteY0" fmla="*/ 817765 h 817764"/>
                  <a:gd name="connsiteX1" fmla="*/ 0 w 817764"/>
                  <a:gd name="connsiteY1" fmla="*/ 0 h 817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17764" h="817764">
                    <a:moveTo>
                      <a:pt x="817765" y="817765"/>
                    </a:moveTo>
                    <a:cubicBezTo>
                      <a:pt x="366068" y="817765"/>
                      <a:pt x="0" y="451581"/>
                      <a:pt x="0" y="0"/>
                    </a:cubicBezTo>
                  </a:path>
                </a:pathLst>
              </a:custGeom>
              <a:noFill/>
              <a:ln w="15875" cap="flat">
                <a:solidFill>
                  <a:srgbClr val="054D69">
                    <a:alpha val="20000"/>
                  </a:srgb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22">
                <a:extLst>
                  <a:ext uri="{FF2B5EF4-FFF2-40B4-BE49-F238E27FC236}">
                    <a16:creationId xmlns:a16="http://schemas.microsoft.com/office/drawing/2014/main" xmlns="" id="{F5F9BD29-64A5-2A44-47B9-9BBF865FD221}"/>
                  </a:ext>
                </a:extLst>
              </p:cNvPr>
              <p:cNvSpPr/>
              <p:nvPr/>
            </p:nvSpPr>
            <p:spPr>
              <a:xfrm>
                <a:off x="2412230" y="2863596"/>
                <a:ext cx="742810" cy="742810"/>
              </a:xfrm>
              <a:custGeom>
                <a:avLst/>
                <a:gdLst>
                  <a:gd name="connsiteX0" fmla="*/ 742811 w 742810"/>
                  <a:gd name="connsiteY0" fmla="*/ 742811 h 742810"/>
                  <a:gd name="connsiteX1" fmla="*/ 0 w 742810"/>
                  <a:gd name="connsiteY1" fmla="*/ 0 h 7428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42810" h="742810">
                    <a:moveTo>
                      <a:pt x="742811" y="742811"/>
                    </a:moveTo>
                    <a:cubicBezTo>
                      <a:pt x="332536" y="742811"/>
                      <a:pt x="0" y="410275"/>
                      <a:pt x="0" y="0"/>
                    </a:cubicBezTo>
                  </a:path>
                </a:pathLst>
              </a:custGeom>
              <a:noFill/>
              <a:ln w="15875" cap="flat">
                <a:solidFill>
                  <a:srgbClr val="054D69">
                    <a:alpha val="20000"/>
                  </a:srgb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: Shape 123">
                <a:extLst>
                  <a:ext uri="{FF2B5EF4-FFF2-40B4-BE49-F238E27FC236}">
                    <a16:creationId xmlns:a16="http://schemas.microsoft.com/office/drawing/2014/main" xmlns="" id="{9F925C4C-C62C-AA71-7755-4E409BB96E0B}"/>
                  </a:ext>
                </a:extLst>
              </p:cNvPr>
              <p:cNvSpPr/>
              <p:nvPr/>
            </p:nvSpPr>
            <p:spPr>
              <a:xfrm>
                <a:off x="2487300" y="2863712"/>
                <a:ext cx="667740" cy="667740"/>
              </a:xfrm>
              <a:custGeom>
                <a:avLst/>
                <a:gdLst>
                  <a:gd name="connsiteX0" fmla="*/ 667741 w 667740"/>
                  <a:gd name="connsiteY0" fmla="*/ 667741 h 667740"/>
                  <a:gd name="connsiteX1" fmla="*/ 0 w 667740"/>
                  <a:gd name="connsiteY1" fmla="*/ 0 h 6677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67740" h="667740">
                    <a:moveTo>
                      <a:pt x="667741" y="667741"/>
                    </a:moveTo>
                    <a:cubicBezTo>
                      <a:pt x="298888" y="667741"/>
                      <a:pt x="0" y="368737"/>
                      <a:pt x="0" y="0"/>
                    </a:cubicBezTo>
                  </a:path>
                </a:pathLst>
              </a:custGeom>
              <a:noFill/>
              <a:ln w="15875" cap="flat">
                <a:solidFill>
                  <a:srgbClr val="054D69">
                    <a:alpha val="20000"/>
                  </a:srgb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24">
                <a:extLst>
                  <a:ext uri="{FF2B5EF4-FFF2-40B4-BE49-F238E27FC236}">
                    <a16:creationId xmlns:a16="http://schemas.microsoft.com/office/drawing/2014/main" xmlns="" id="{F1F8C36E-EB22-A472-6AEB-65F637C75C09}"/>
                  </a:ext>
                </a:extLst>
              </p:cNvPr>
              <p:cNvSpPr/>
              <p:nvPr/>
            </p:nvSpPr>
            <p:spPr>
              <a:xfrm>
                <a:off x="2562254" y="2863712"/>
                <a:ext cx="592786" cy="592786"/>
              </a:xfrm>
              <a:custGeom>
                <a:avLst/>
                <a:gdLst>
                  <a:gd name="connsiteX0" fmla="*/ 592786 w 592786"/>
                  <a:gd name="connsiteY0" fmla="*/ 592787 h 592786"/>
                  <a:gd name="connsiteX1" fmla="*/ 0 w 592786"/>
                  <a:gd name="connsiteY1" fmla="*/ 0 h 5927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92786" h="592786">
                    <a:moveTo>
                      <a:pt x="592786" y="592787"/>
                    </a:moveTo>
                    <a:cubicBezTo>
                      <a:pt x="265356" y="592787"/>
                      <a:pt x="0" y="327431"/>
                      <a:pt x="0" y="0"/>
                    </a:cubicBezTo>
                  </a:path>
                </a:pathLst>
              </a:custGeom>
              <a:noFill/>
              <a:ln w="15875" cap="flat">
                <a:solidFill>
                  <a:srgbClr val="054D69">
                    <a:alpha val="20000"/>
                  </a:srgb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25">
                <a:extLst>
                  <a:ext uri="{FF2B5EF4-FFF2-40B4-BE49-F238E27FC236}">
                    <a16:creationId xmlns:a16="http://schemas.microsoft.com/office/drawing/2014/main" xmlns="" id="{EB48296E-9D56-21FF-69A4-097E7C11996A}"/>
                  </a:ext>
                </a:extLst>
              </p:cNvPr>
              <p:cNvSpPr/>
              <p:nvPr/>
            </p:nvSpPr>
            <p:spPr>
              <a:xfrm>
                <a:off x="2637324" y="2863712"/>
                <a:ext cx="517716" cy="517716"/>
              </a:xfrm>
              <a:custGeom>
                <a:avLst/>
                <a:gdLst>
                  <a:gd name="connsiteX0" fmla="*/ 517716 w 517716"/>
                  <a:gd name="connsiteY0" fmla="*/ 517716 h 517716"/>
                  <a:gd name="connsiteX1" fmla="*/ 0 w 517716"/>
                  <a:gd name="connsiteY1" fmla="*/ 0 h 517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17716" h="517716">
                    <a:moveTo>
                      <a:pt x="517716" y="517716"/>
                    </a:moveTo>
                    <a:cubicBezTo>
                      <a:pt x="231708" y="517716"/>
                      <a:pt x="0" y="285893"/>
                      <a:pt x="0" y="0"/>
                    </a:cubicBezTo>
                  </a:path>
                </a:pathLst>
              </a:custGeom>
              <a:noFill/>
              <a:ln w="15875" cap="flat">
                <a:solidFill>
                  <a:srgbClr val="054D69">
                    <a:alpha val="20000"/>
                  </a:srgb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5" name="Graphic 86">
              <a:extLst>
                <a:ext uri="{FF2B5EF4-FFF2-40B4-BE49-F238E27FC236}">
                  <a16:creationId xmlns:a16="http://schemas.microsoft.com/office/drawing/2014/main" xmlns="" id="{DE333975-3BAF-79E2-DE8A-C97EE8FC1ECA}"/>
                </a:ext>
              </a:extLst>
            </p:cNvPr>
            <p:cNvGrpSpPr/>
            <p:nvPr/>
          </p:nvGrpSpPr>
          <p:grpSpPr>
            <a:xfrm>
              <a:off x="1156521" y="1246167"/>
              <a:ext cx="450072" cy="1449884"/>
              <a:chOff x="2187252" y="1413827"/>
              <a:chExt cx="450072" cy="1449884"/>
            </a:xfrm>
          </p:grpSpPr>
          <p:sp>
            <p:nvSpPr>
              <p:cNvPr id="6" name="Freeform: Shape 112">
                <a:extLst>
                  <a:ext uri="{FF2B5EF4-FFF2-40B4-BE49-F238E27FC236}">
                    <a16:creationId xmlns:a16="http://schemas.microsoft.com/office/drawing/2014/main" xmlns="" id="{F76B4A02-D77D-E813-BB51-FE8FE6F9F8D7}"/>
                  </a:ext>
                </a:extLst>
              </p:cNvPr>
              <p:cNvSpPr/>
              <p:nvPr/>
            </p:nvSpPr>
            <p:spPr>
              <a:xfrm>
                <a:off x="2187252" y="1413827"/>
                <a:ext cx="11602" cy="1449884"/>
              </a:xfrm>
              <a:custGeom>
                <a:avLst/>
                <a:gdLst>
                  <a:gd name="connsiteX0" fmla="*/ 0 w 11602"/>
                  <a:gd name="connsiteY0" fmla="*/ 1449885 h 1449884"/>
                  <a:gd name="connsiteX1" fmla="*/ 0 w 11602"/>
                  <a:gd name="connsiteY1" fmla="*/ 0 h 1449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602" h="1449884">
                    <a:moveTo>
                      <a:pt x="0" y="1449885"/>
                    </a:moveTo>
                    <a:lnTo>
                      <a:pt x="0" y="0"/>
                    </a:lnTo>
                  </a:path>
                </a:pathLst>
              </a:custGeom>
              <a:ln w="15875" cap="flat">
                <a:solidFill>
                  <a:srgbClr val="054D69">
                    <a:alpha val="20000"/>
                  </a:srgb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" name="Freeform: Shape 113">
                <a:extLst>
                  <a:ext uri="{FF2B5EF4-FFF2-40B4-BE49-F238E27FC236}">
                    <a16:creationId xmlns:a16="http://schemas.microsoft.com/office/drawing/2014/main" xmlns="" id="{D30F56BE-5B12-E50C-626F-6919A549C7D0}"/>
                  </a:ext>
                </a:extLst>
              </p:cNvPr>
              <p:cNvSpPr/>
              <p:nvPr/>
            </p:nvSpPr>
            <p:spPr>
              <a:xfrm>
                <a:off x="2262322" y="1413827"/>
                <a:ext cx="11602" cy="1449884"/>
              </a:xfrm>
              <a:custGeom>
                <a:avLst/>
                <a:gdLst>
                  <a:gd name="connsiteX0" fmla="*/ 0 w 11602"/>
                  <a:gd name="connsiteY0" fmla="*/ 1449885 h 1449884"/>
                  <a:gd name="connsiteX1" fmla="*/ 0 w 11602"/>
                  <a:gd name="connsiteY1" fmla="*/ 0 h 1449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602" h="1449884">
                    <a:moveTo>
                      <a:pt x="0" y="1449885"/>
                    </a:moveTo>
                    <a:lnTo>
                      <a:pt x="0" y="0"/>
                    </a:lnTo>
                  </a:path>
                </a:pathLst>
              </a:custGeom>
              <a:ln w="15875" cap="flat">
                <a:solidFill>
                  <a:srgbClr val="054D69">
                    <a:alpha val="20000"/>
                  </a:srgb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: Shape 114">
                <a:extLst>
                  <a:ext uri="{FF2B5EF4-FFF2-40B4-BE49-F238E27FC236}">
                    <a16:creationId xmlns:a16="http://schemas.microsoft.com/office/drawing/2014/main" xmlns="" id="{B0C01A5D-3DE2-C9CA-E48B-D1DCD9B91055}"/>
                  </a:ext>
                </a:extLst>
              </p:cNvPr>
              <p:cNvSpPr/>
              <p:nvPr/>
            </p:nvSpPr>
            <p:spPr>
              <a:xfrm>
                <a:off x="2337276" y="1413827"/>
                <a:ext cx="11602" cy="1449884"/>
              </a:xfrm>
              <a:custGeom>
                <a:avLst/>
                <a:gdLst>
                  <a:gd name="connsiteX0" fmla="*/ 0 w 11602"/>
                  <a:gd name="connsiteY0" fmla="*/ 1449885 h 1449884"/>
                  <a:gd name="connsiteX1" fmla="*/ 0 w 11602"/>
                  <a:gd name="connsiteY1" fmla="*/ 0 h 1449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602" h="1449884">
                    <a:moveTo>
                      <a:pt x="0" y="1449885"/>
                    </a:moveTo>
                    <a:lnTo>
                      <a:pt x="0" y="0"/>
                    </a:lnTo>
                  </a:path>
                </a:pathLst>
              </a:custGeom>
              <a:ln w="15875" cap="flat">
                <a:solidFill>
                  <a:srgbClr val="054D69">
                    <a:alpha val="20000"/>
                  </a:srgb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: Shape 115">
                <a:extLst>
                  <a:ext uri="{FF2B5EF4-FFF2-40B4-BE49-F238E27FC236}">
                    <a16:creationId xmlns:a16="http://schemas.microsoft.com/office/drawing/2014/main" xmlns="" id="{DA7813AB-34EC-8D84-8CE7-DBD142BEAAC1}"/>
                  </a:ext>
                </a:extLst>
              </p:cNvPr>
              <p:cNvSpPr/>
              <p:nvPr/>
            </p:nvSpPr>
            <p:spPr>
              <a:xfrm>
                <a:off x="2412346" y="1413827"/>
                <a:ext cx="11602" cy="1449884"/>
              </a:xfrm>
              <a:custGeom>
                <a:avLst/>
                <a:gdLst>
                  <a:gd name="connsiteX0" fmla="*/ 0 w 11602"/>
                  <a:gd name="connsiteY0" fmla="*/ 1449885 h 1449884"/>
                  <a:gd name="connsiteX1" fmla="*/ 0 w 11602"/>
                  <a:gd name="connsiteY1" fmla="*/ 0 h 1449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602" h="1449884">
                    <a:moveTo>
                      <a:pt x="0" y="1449885"/>
                    </a:moveTo>
                    <a:lnTo>
                      <a:pt x="0" y="0"/>
                    </a:lnTo>
                  </a:path>
                </a:pathLst>
              </a:custGeom>
              <a:ln w="15875" cap="flat">
                <a:solidFill>
                  <a:srgbClr val="054D69">
                    <a:alpha val="20000"/>
                  </a:srgb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16">
                <a:extLst>
                  <a:ext uri="{FF2B5EF4-FFF2-40B4-BE49-F238E27FC236}">
                    <a16:creationId xmlns:a16="http://schemas.microsoft.com/office/drawing/2014/main" xmlns="" id="{D1BB6EB1-4E1B-14AE-DD22-B9095FA5A34B}"/>
                  </a:ext>
                </a:extLst>
              </p:cNvPr>
              <p:cNvSpPr/>
              <p:nvPr/>
            </p:nvSpPr>
            <p:spPr>
              <a:xfrm>
                <a:off x="2487300" y="1413827"/>
                <a:ext cx="11602" cy="1449884"/>
              </a:xfrm>
              <a:custGeom>
                <a:avLst/>
                <a:gdLst>
                  <a:gd name="connsiteX0" fmla="*/ 0 w 11602"/>
                  <a:gd name="connsiteY0" fmla="*/ 1449885 h 1449884"/>
                  <a:gd name="connsiteX1" fmla="*/ 0 w 11602"/>
                  <a:gd name="connsiteY1" fmla="*/ 0 h 1449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602" h="1449884">
                    <a:moveTo>
                      <a:pt x="0" y="1449885"/>
                    </a:moveTo>
                    <a:lnTo>
                      <a:pt x="0" y="0"/>
                    </a:lnTo>
                  </a:path>
                </a:pathLst>
              </a:custGeom>
              <a:ln w="15875" cap="flat">
                <a:solidFill>
                  <a:srgbClr val="054D69">
                    <a:alpha val="20000"/>
                  </a:srgb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7">
                <a:extLst>
                  <a:ext uri="{FF2B5EF4-FFF2-40B4-BE49-F238E27FC236}">
                    <a16:creationId xmlns:a16="http://schemas.microsoft.com/office/drawing/2014/main" xmlns="" id="{699E961B-E5D3-AD6D-9177-D3781496780C}"/>
                  </a:ext>
                </a:extLst>
              </p:cNvPr>
              <p:cNvSpPr/>
              <p:nvPr/>
            </p:nvSpPr>
            <p:spPr>
              <a:xfrm>
                <a:off x="2562370" y="1413827"/>
                <a:ext cx="11602" cy="1449884"/>
              </a:xfrm>
              <a:custGeom>
                <a:avLst/>
                <a:gdLst>
                  <a:gd name="connsiteX0" fmla="*/ 0 w 11602"/>
                  <a:gd name="connsiteY0" fmla="*/ 1449885 h 1449884"/>
                  <a:gd name="connsiteX1" fmla="*/ 0 w 11602"/>
                  <a:gd name="connsiteY1" fmla="*/ 0 h 1449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602" h="1449884">
                    <a:moveTo>
                      <a:pt x="0" y="1449885"/>
                    </a:moveTo>
                    <a:lnTo>
                      <a:pt x="0" y="0"/>
                    </a:lnTo>
                  </a:path>
                </a:pathLst>
              </a:custGeom>
              <a:ln w="15875" cap="flat">
                <a:solidFill>
                  <a:srgbClr val="054D69">
                    <a:alpha val="20000"/>
                  </a:srgb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18">
                <a:extLst>
                  <a:ext uri="{FF2B5EF4-FFF2-40B4-BE49-F238E27FC236}">
                    <a16:creationId xmlns:a16="http://schemas.microsoft.com/office/drawing/2014/main" xmlns="" id="{47CA7534-39E6-A262-1DE0-6BFCEB5EE5BE}"/>
                  </a:ext>
                </a:extLst>
              </p:cNvPr>
              <p:cNvSpPr/>
              <p:nvPr/>
            </p:nvSpPr>
            <p:spPr>
              <a:xfrm>
                <a:off x="2637324" y="1413827"/>
                <a:ext cx="11602" cy="1449884"/>
              </a:xfrm>
              <a:custGeom>
                <a:avLst/>
                <a:gdLst>
                  <a:gd name="connsiteX0" fmla="*/ 0 w 11602"/>
                  <a:gd name="connsiteY0" fmla="*/ 1449885 h 1449884"/>
                  <a:gd name="connsiteX1" fmla="*/ 0 w 11602"/>
                  <a:gd name="connsiteY1" fmla="*/ 0 h 1449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602" h="1449884">
                    <a:moveTo>
                      <a:pt x="0" y="1449885"/>
                    </a:moveTo>
                    <a:lnTo>
                      <a:pt x="0" y="0"/>
                    </a:lnTo>
                  </a:path>
                </a:pathLst>
              </a:custGeom>
              <a:ln w="15875" cap="flat">
                <a:solidFill>
                  <a:srgbClr val="054D69">
                    <a:alpha val="20000"/>
                  </a:srgb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xmlns="" id="{164F9EDE-DEA3-E7BB-9E2C-8B6A253D652C}"/>
              </a:ext>
            </a:extLst>
          </p:cNvPr>
          <p:cNvGrpSpPr/>
          <p:nvPr userDrawn="1"/>
        </p:nvGrpSpPr>
        <p:grpSpPr>
          <a:xfrm>
            <a:off x="2201249" y="-9019"/>
            <a:ext cx="2065951" cy="3764304"/>
            <a:chOff x="2201249" y="-17063"/>
            <a:chExt cx="2065951" cy="3764304"/>
          </a:xfrm>
        </p:grpSpPr>
        <p:grpSp>
          <p:nvGrpSpPr>
            <p:cNvPr id="22" name="Graphic 86">
              <a:extLst>
                <a:ext uri="{FF2B5EF4-FFF2-40B4-BE49-F238E27FC236}">
                  <a16:creationId xmlns:a16="http://schemas.microsoft.com/office/drawing/2014/main" xmlns="" id="{CE93E7BA-A35A-59D8-03FB-15F2665BB610}"/>
                </a:ext>
              </a:extLst>
            </p:cNvPr>
            <p:cNvGrpSpPr/>
            <p:nvPr/>
          </p:nvGrpSpPr>
          <p:grpSpPr>
            <a:xfrm rot="10800000" flipH="1" flipV="1">
              <a:off x="2201249" y="2779220"/>
              <a:ext cx="967788" cy="967904"/>
              <a:chOff x="2187252" y="2863596"/>
              <a:chExt cx="967788" cy="967904"/>
            </a:xfrm>
            <a:noFill/>
          </p:grpSpPr>
          <p:sp>
            <p:nvSpPr>
              <p:cNvPr id="39" name="Freeform: Shape 189">
                <a:extLst>
                  <a:ext uri="{FF2B5EF4-FFF2-40B4-BE49-F238E27FC236}">
                    <a16:creationId xmlns:a16="http://schemas.microsoft.com/office/drawing/2014/main" xmlns="" id="{AE9D828E-70B5-E0DA-12AD-B7A92917042D}"/>
                  </a:ext>
                </a:extLst>
              </p:cNvPr>
              <p:cNvSpPr/>
              <p:nvPr/>
            </p:nvSpPr>
            <p:spPr>
              <a:xfrm>
                <a:off x="2187252" y="2863712"/>
                <a:ext cx="967788" cy="967788"/>
              </a:xfrm>
              <a:custGeom>
                <a:avLst/>
                <a:gdLst>
                  <a:gd name="connsiteX0" fmla="*/ 967789 w 967788"/>
                  <a:gd name="connsiteY0" fmla="*/ 967789 h 967788"/>
                  <a:gd name="connsiteX1" fmla="*/ 0 w 967788"/>
                  <a:gd name="connsiteY1" fmla="*/ 0 h 967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67788" h="967788">
                    <a:moveTo>
                      <a:pt x="967789" y="967789"/>
                    </a:moveTo>
                    <a:cubicBezTo>
                      <a:pt x="433248" y="967789"/>
                      <a:pt x="0" y="534541"/>
                      <a:pt x="0" y="0"/>
                    </a:cubicBezTo>
                  </a:path>
                </a:pathLst>
              </a:custGeom>
              <a:noFill/>
              <a:ln w="15875" cap="flat">
                <a:solidFill>
                  <a:schemeClr val="bg1">
                    <a:lumMod val="9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" name="Freeform: Shape 190">
                <a:extLst>
                  <a:ext uri="{FF2B5EF4-FFF2-40B4-BE49-F238E27FC236}">
                    <a16:creationId xmlns:a16="http://schemas.microsoft.com/office/drawing/2014/main" xmlns="" id="{20DA0A59-6C5C-C9C8-6012-26390FB1B720}"/>
                  </a:ext>
                </a:extLst>
              </p:cNvPr>
              <p:cNvSpPr/>
              <p:nvPr/>
            </p:nvSpPr>
            <p:spPr>
              <a:xfrm>
                <a:off x="2262206" y="2863596"/>
                <a:ext cx="892834" cy="892834"/>
              </a:xfrm>
              <a:custGeom>
                <a:avLst/>
                <a:gdLst>
                  <a:gd name="connsiteX0" fmla="*/ 892835 w 892834"/>
                  <a:gd name="connsiteY0" fmla="*/ 892835 h 892834"/>
                  <a:gd name="connsiteX1" fmla="*/ 0 w 892834"/>
                  <a:gd name="connsiteY1" fmla="*/ 0 h 8928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92834" h="892834">
                    <a:moveTo>
                      <a:pt x="892835" y="892835"/>
                    </a:moveTo>
                    <a:cubicBezTo>
                      <a:pt x="399716" y="892835"/>
                      <a:pt x="0" y="493119"/>
                      <a:pt x="0" y="0"/>
                    </a:cubicBezTo>
                  </a:path>
                </a:pathLst>
              </a:custGeom>
              <a:noFill/>
              <a:ln w="15875" cap="flat">
                <a:solidFill>
                  <a:schemeClr val="bg1">
                    <a:lumMod val="9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" name="Freeform: Shape 191">
                <a:extLst>
                  <a:ext uri="{FF2B5EF4-FFF2-40B4-BE49-F238E27FC236}">
                    <a16:creationId xmlns:a16="http://schemas.microsoft.com/office/drawing/2014/main" xmlns="" id="{03E1C1EB-9369-4BBD-7086-6502F72A49E3}"/>
                  </a:ext>
                </a:extLst>
              </p:cNvPr>
              <p:cNvSpPr/>
              <p:nvPr/>
            </p:nvSpPr>
            <p:spPr>
              <a:xfrm>
                <a:off x="2337276" y="2863712"/>
                <a:ext cx="817764" cy="817764"/>
              </a:xfrm>
              <a:custGeom>
                <a:avLst/>
                <a:gdLst>
                  <a:gd name="connsiteX0" fmla="*/ 817765 w 817764"/>
                  <a:gd name="connsiteY0" fmla="*/ 817765 h 817764"/>
                  <a:gd name="connsiteX1" fmla="*/ 0 w 817764"/>
                  <a:gd name="connsiteY1" fmla="*/ 0 h 817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17764" h="817764">
                    <a:moveTo>
                      <a:pt x="817765" y="817765"/>
                    </a:moveTo>
                    <a:cubicBezTo>
                      <a:pt x="366068" y="817765"/>
                      <a:pt x="0" y="451581"/>
                      <a:pt x="0" y="0"/>
                    </a:cubicBezTo>
                  </a:path>
                </a:pathLst>
              </a:custGeom>
              <a:noFill/>
              <a:ln w="15875" cap="flat">
                <a:solidFill>
                  <a:schemeClr val="bg1">
                    <a:lumMod val="9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" name="Freeform: Shape 192">
                <a:extLst>
                  <a:ext uri="{FF2B5EF4-FFF2-40B4-BE49-F238E27FC236}">
                    <a16:creationId xmlns:a16="http://schemas.microsoft.com/office/drawing/2014/main" xmlns="" id="{93BF8A8C-6F4A-83F6-6BE2-ED726AE049A3}"/>
                  </a:ext>
                </a:extLst>
              </p:cNvPr>
              <p:cNvSpPr/>
              <p:nvPr/>
            </p:nvSpPr>
            <p:spPr>
              <a:xfrm>
                <a:off x="2412230" y="2863596"/>
                <a:ext cx="742810" cy="742810"/>
              </a:xfrm>
              <a:custGeom>
                <a:avLst/>
                <a:gdLst>
                  <a:gd name="connsiteX0" fmla="*/ 742811 w 742810"/>
                  <a:gd name="connsiteY0" fmla="*/ 742811 h 742810"/>
                  <a:gd name="connsiteX1" fmla="*/ 0 w 742810"/>
                  <a:gd name="connsiteY1" fmla="*/ 0 h 7428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42810" h="742810">
                    <a:moveTo>
                      <a:pt x="742811" y="742811"/>
                    </a:moveTo>
                    <a:cubicBezTo>
                      <a:pt x="332536" y="742811"/>
                      <a:pt x="0" y="410275"/>
                      <a:pt x="0" y="0"/>
                    </a:cubicBezTo>
                  </a:path>
                </a:pathLst>
              </a:custGeom>
              <a:noFill/>
              <a:ln w="15875" cap="flat">
                <a:solidFill>
                  <a:schemeClr val="bg1">
                    <a:lumMod val="9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Freeform: Shape 193">
                <a:extLst>
                  <a:ext uri="{FF2B5EF4-FFF2-40B4-BE49-F238E27FC236}">
                    <a16:creationId xmlns:a16="http://schemas.microsoft.com/office/drawing/2014/main" xmlns="" id="{65FF8BBF-4A24-83D1-33AF-79B0274C2B39}"/>
                  </a:ext>
                </a:extLst>
              </p:cNvPr>
              <p:cNvSpPr/>
              <p:nvPr/>
            </p:nvSpPr>
            <p:spPr>
              <a:xfrm>
                <a:off x="2487300" y="2863712"/>
                <a:ext cx="667740" cy="667740"/>
              </a:xfrm>
              <a:custGeom>
                <a:avLst/>
                <a:gdLst>
                  <a:gd name="connsiteX0" fmla="*/ 667741 w 667740"/>
                  <a:gd name="connsiteY0" fmla="*/ 667741 h 667740"/>
                  <a:gd name="connsiteX1" fmla="*/ 0 w 667740"/>
                  <a:gd name="connsiteY1" fmla="*/ 0 h 6677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67740" h="667740">
                    <a:moveTo>
                      <a:pt x="667741" y="667741"/>
                    </a:moveTo>
                    <a:cubicBezTo>
                      <a:pt x="298888" y="667741"/>
                      <a:pt x="0" y="368737"/>
                      <a:pt x="0" y="0"/>
                    </a:cubicBezTo>
                  </a:path>
                </a:pathLst>
              </a:custGeom>
              <a:noFill/>
              <a:ln w="15875" cap="flat">
                <a:solidFill>
                  <a:schemeClr val="bg1">
                    <a:lumMod val="9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" name="Freeform: Shape 194">
                <a:extLst>
                  <a:ext uri="{FF2B5EF4-FFF2-40B4-BE49-F238E27FC236}">
                    <a16:creationId xmlns:a16="http://schemas.microsoft.com/office/drawing/2014/main" xmlns="" id="{D595B3C5-E558-8195-3918-E3BC2F6923B6}"/>
                  </a:ext>
                </a:extLst>
              </p:cNvPr>
              <p:cNvSpPr/>
              <p:nvPr/>
            </p:nvSpPr>
            <p:spPr>
              <a:xfrm>
                <a:off x="2562254" y="2863712"/>
                <a:ext cx="592786" cy="592786"/>
              </a:xfrm>
              <a:custGeom>
                <a:avLst/>
                <a:gdLst>
                  <a:gd name="connsiteX0" fmla="*/ 592786 w 592786"/>
                  <a:gd name="connsiteY0" fmla="*/ 592787 h 592786"/>
                  <a:gd name="connsiteX1" fmla="*/ 0 w 592786"/>
                  <a:gd name="connsiteY1" fmla="*/ 0 h 5927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92786" h="592786">
                    <a:moveTo>
                      <a:pt x="592786" y="592787"/>
                    </a:moveTo>
                    <a:cubicBezTo>
                      <a:pt x="265356" y="592787"/>
                      <a:pt x="0" y="327431"/>
                      <a:pt x="0" y="0"/>
                    </a:cubicBezTo>
                  </a:path>
                </a:pathLst>
              </a:custGeom>
              <a:noFill/>
              <a:ln w="15875" cap="flat">
                <a:solidFill>
                  <a:schemeClr val="bg1">
                    <a:lumMod val="9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195">
                <a:extLst>
                  <a:ext uri="{FF2B5EF4-FFF2-40B4-BE49-F238E27FC236}">
                    <a16:creationId xmlns:a16="http://schemas.microsoft.com/office/drawing/2014/main" xmlns="" id="{E21F5EF9-FF74-923E-8276-55090208968C}"/>
                  </a:ext>
                </a:extLst>
              </p:cNvPr>
              <p:cNvSpPr/>
              <p:nvPr/>
            </p:nvSpPr>
            <p:spPr>
              <a:xfrm>
                <a:off x="2637324" y="2863712"/>
                <a:ext cx="517716" cy="517716"/>
              </a:xfrm>
              <a:custGeom>
                <a:avLst/>
                <a:gdLst>
                  <a:gd name="connsiteX0" fmla="*/ 517716 w 517716"/>
                  <a:gd name="connsiteY0" fmla="*/ 517716 h 517716"/>
                  <a:gd name="connsiteX1" fmla="*/ 0 w 517716"/>
                  <a:gd name="connsiteY1" fmla="*/ 0 h 517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17716" h="517716">
                    <a:moveTo>
                      <a:pt x="517716" y="517716"/>
                    </a:moveTo>
                    <a:cubicBezTo>
                      <a:pt x="231708" y="517716"/>
                      <a:pt x="0" y="285893"/>
                      <a:pt x="0" y="0"/>
                    </a:cubicBezTo>
                  </a:path>
                </a:pathLst>
              </a:custGeom>
              <a:noFill/>
              <a:ln w="15875" cap="flat">
                <a:solidFill>
                  <a:schemeClr val="bg1">
                    <a:lumMod val="9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23" name="Graphic 86">
              <a:extLst>
                <a:ext uri="{FF2B5EF4-FFF2-40B4-BE49-F238E27FC236}">
                  <a16:creationId xmlns:a16="http://schemas.microsoft.com/office/drawing/2014/main" xmlns="" id="{85985458-E026-A802-FDB8-36E5309A899B}"/>
                </a:ext>
              </a:extLst>
            </p:cNvPr>
            <p:cNvGrpSpPr/>
            <p:nvPr/>
          </p:nvGrpSpPr>
          <p:grpSpPr>
            <a:xfrm rot="10800000" flipH="1" flipV="1">
              <a:off x="2201249" y="-17063"/>
              <a:ext cx="450072" cy="2833287"/>
              <a:chOff x="2187252" y="1413827"/>
              <a:chExt cx="450072" cy="1449884"/>
            </a:xfrm>
          </p:grpSpPr>
          <p:sp>
            <p:nvSpPr>
              <p:cNvPr id="32" name="Freeform: Shape 182">
                <a:extLst>
                  <a:ext uri="{FF2B5EF4-FFF2-40B4-BE49-F238E27FC236}">
                    <a16:creationId xmlns:a16="http://schemas.microsoft.com/office/drawing/2014/main" xmlns="" id="{0F3D612D-0AAA-E000-06B0-102F2D1EAF22}"/>
                  </a:ext>
                </a:extLst>
              </p:cNvPr>
              <p:cNvSpPr/>
              <p:nvPr/>
            </p:nvSpPr>
            <p:spPr>
              <a:xfrm>
                <a:off x="2187252" y="1413827"/>
                <a:ext cx="11602" cy="1449884"/>
              </a:xfrm>
              <a:custGeom>
                <a:avLst/>
                <a:gdLst>
                  <a:gd name="connsiteX0" fmla="*/ 0 w 11602"/>
                  <a:gd name="connsiteY0" fmla="*/ 1449885 h 1449884"/>
                  <a:gd name="connsiteX1" fmla="*/ 0 w 11602"/>
                  <a:gd name="connsiteY1" fmla="*/ 0 h 1449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602" h="1449884">
                    <a:moveTo>
                      <a:pt x="0" y="1449885"/>
                    </a:moveTo>
                    <a:lnTo>
                      <a:pt x="0" y="0"/>
                    </a:lnTo>
                  </a:path>
                </a:pathLst>
              </a:custGeom>
              <a:ln w="15875" cap="flat">
                <a:solidFill>
                  <a:schemeClr val="bg1">
                    <a:lumMod val="9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183">
                <a:extLst>
                  <a:ext uri="{FF2B5EF4-FFF2-40B4-BE49-F238E27FC236}">
                    <a16:creationId xmlns:a16="http://schemas.microsoft.com/office/drawing/2014/main" xmlns="" id="{570E00F8-693F-E582-30C0-CA6907370A21}"/>
                  </a:ext>
                </a:extLst>
              </p:cNvPr>
              <p:cNvSpPr/>
              <p:nvPr/>
            </p:nvSpPr>
            <p:spPr>
              <a:xfrm>
                <a:off x="2262322" y="1413827"/>
                <a:ext cx="11602" cy="1449884"/>
              </a:xfrm>
              <a:custGeom>
                <a:avLst/>
                <a:gdLst>
                  <a:gd name="connsiteX0" fmla="*/ 0 w 11602"/>
                  <a:gd name="connsiteY0" fmla="*/ 1449885 h 1449884"/>
                  <a:gd name="connsiteX1" fmla="*/ 0 w 11602"/>
                  <a:gd name="connsiteY1" fmla="*/ 0 h 1449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602" h="1449884">
                    <a:moveTo>
                      <a:pt x="0" y="1449885"/>
                    </a:moveTo>
                    <a:lnTo>
                      <a:pt x="0" y="0"/>
                    </a:lnTo>
                  </a:path>
                </a:pathLst>
              </a:custGeom>
              <a:ln w="15875" cap="flat">
                <a:solidFill>
                  <a:schemeClr val="bg1">
                    <a:lumMod val="9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184">
                <a:extLst>
                  <a:ext uri="{FF2B5EF4-FFF2-40B4-BE49-F238E27FC236}">
                    <a16:creationId xmlns:a16="http://schemas.microsoft.com/office/drawing/2014/main" xmlns="" id="{CFD6D444-5B29-E0C6-3E1B-1A619D090B65}"/>
                  </a:ext>
                </a:extLst>
              </p:cNvPr>
              <p:cNvSpPr/>
              <p:nvPr/>
            </p:nvSpPr>
            <p:spPr>
              <a:xfrm>
                <a:off x="2337276" y="1413827"/>
                <a:ext cx="11602" cy="1449884"/>
              </a:xfrm>
              <a:custGeom>
                <a:avLst/>
                <a:gdLst>
                  <a:gd name="connsiteX0" fmla="*/ 0 w 11602"/>
                  <a:gd name="connsiteY0" fmla="*/ 1449885 h 1449884"/>
                  <a:gd name="connsiteX1" fmla="*/ 0 w 11602"/>
                  <a:gd name="connsiteY1" fmla="*/ 0 h 1449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602" h="1449884">
                    <a:moveTo>
                      <a:pt x="0" y="1449885"/>
                    </a:moveTo>
                    <a:lnTo>
                      <a:pt x="0" y="0"/>
                    </a:lnTo>
                  </a:path>
                </a:pathLst>
              </a:custGeom>
              <a:ln w="15875" cap="flat">
                <a:solidFill>
                  <a:schemeClr val="bg1">
                    <a:lumMod val="9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185">
                <a:extLst>
                  <a:ext uri="{FF2B5EF4-FFF2-40B4-BE49-F238E27FC236}">
                    <a16:creationId xmlns:a16="http://schemas.microsoft.com/office/drawing/2014/main" xmlns="" id="{2C1BB50F-A3DC-41A3-42E7-010D30DDBCA9}"/>
                  </a:ext>
                </a:extLst>
              </p:cNvPr>
              <p:cNvSpPr/>
              <p:nvPr/>
            </p:nvSpPr>
            <p:spPr>
              <a:xfrm>
                <a:off x="2412346" y="1413827"/>
                <a:ext cx="11602" cy="1449884"/>
              </a:xfrm>
              <a:custGeom>
                <a:avLst/>
                <a:gdLst>
                  <a:gd name="connsiteX0" fmla="*/ 0 w 11602"/>
                  <a:gd name="connsiteY0" fmla="*/ 1449885 h 1449884"/>
                  <a:gd name="connsiteX1" fmla="*/ 0 w 11602"/>
                  <a:gd name="connsiteY1" fmla="*/ 0 h 1449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602" h="1449884">
                    <a:moveTo>
                      <a:pt x="0" y="1449885"/>
                    </a:moveTo>
                    <a:lnTo>
                      <a:pt x="0" y="0"/>
                    </a:lnTo>
                  </a:path>
                </a:pathLst>
              </a:custGeom>
              <a:ln w="15875" cap="flat">
                <a:solidFill>
                  <a:schemeClr val="bg1">
                    <a:lumMod val="9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: Shape 186">
                <a:extLst>
                  <a:ext uri="{FF2B5EF4-FFF2-40B4-BE49-F238E27FC236}">
                    <a16:creationId xmlns:a16="http://schemas.microsoft.com/office/drawing/2014/main" xmlns="" id="{96E26FCA-6D13-6CA3-8E15-0AE017AA0E04}"/>
                  </a:ext>
                </a:extLst>
              </p:cNvPr>
              <p:cNvSpPr/>
              <p:nvPr/>
            </p:nvSpPr>
            <p:spPr>
              <a:xfrm>
                <a:off x="2487300" y="1413827"/>
                <a:ext cx="11602" cy="1449884"/>
              </a:xfrm>
              <a:custGeom>
                <a:avLst/>
                <a:gdLst>
                  <a:gd name="connsiteX0" fmla="*/ 0 w 11602"/>
                  <a:gd name="connsiteY0" fmla="*/ 1449885 h 1449884"/>
                  <a:gd name="connsiteX1" fmla="*/ 0 w 11602"/>
                  <a:gd name="connsiteY1" fmla="*/ 0 h 1449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602" h="1449884">
                    <a:moveTo>
                      <a:pt x="0" y="1449885"/>
                    </a:moveTo>
                    <a:lnTo>
                      <a:pt x="0" y="0"/>
                    </a:lnTo>
                  </a:path>
                </a:pathLst>
              </a:custGeom>
              <a:ln w="15875" cap="flat">
                <a:solidFill>
                  <a:schemeClr val="bg1">
                    <a:lumMod val="9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: Shape 187">
                <a:extLst>
                  <a:ext uri="{FF2B5EF4-FFF2-40B4-BE49-F238E27FC236}">
                    <a16:creationId xmlns:a16="http://schemas.microsoft.com/office/drawing/2014/main" xmlns="" id="{E4E89B44-BEB6-B9EC-2807-AA280AE9F985}"/>
                  </a:ext>
                </a:extLst>
              </p:cNvPr>
              <p:cNvSpPr/>
              <p:nvPr/>
            </p:nvSpPr>
            <p:spPr>
              <a:xfrm>
                <a:off x="2562370" y="1413827"/>
                <a:ext cx="11602" cy="1449884"/>
              </a:xfrm>
              <a:custGeom>
                <a:avLst/>
                <a:gdLst>
                  <a:gd name="connsiteX0" fmla="*/ 0 w 11602"/>
                  <a:gd name="connsiteY0" fmla="*/ 1449885 h 1449884"/>
                  <a:gd name="connsiteX1" fmla="*/ 0 w 11602"/>
                  <a:gd name="connsiteY1" fmla="*/ 0 h 1449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602" h="1449884">
                    <a:moveTo>
                      <a:pt x="0" y="1449885"/>
                    </a:moveTo>
                    <a:lnTo>
                      <a:pt x="0" y="0"/>
                    </a:lnTo>
                  </a:path>
                </a:pathLst>
              </a:custGeom>
              <a:ln w="15875" cap="flat">
                <a:solidFill>
                  <a:schemeClr val="bg1">
                    <a:lumMod val="9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" name="Freeform: Shape 188">
                <a:extLst>
                  <a:ext uri="{FF2B5EF4-FFF2-40B4-BE49-F238E27FC236}">
                    <a16:creationId xmlns:a16="http://schemas.microsoft.com/office/drawing/2014/main" xmlns="" id="{47AE1D1E-DD0E-2CD4-E8C4-350CEC53EC24}"/>
                  </a:ext>
                </a:extLst>
              </p:cNvPr>
              <p:cNvSpPr/>
              <p:nvPr/>
            </p:nvSpPr>
            <p:spPr>
              <a:xfrm>
                <a:off x="2637324" y="1413827"/>
                <a:ext cx="11602" cy="1449884"/>
              </a:xfrm>
              <a:custGeom>
                <a:avLst/>
                <a:gdLst>
                  <a:gd name="connsiteX0" fmla="*/ 0 w 11602"/>
                  <a:gd name="connsiteY0" fmla="*/ 1449885 h 1449884"/>
                  <a:gd name="connsiteX1" fmla="*/ 0 w 11602"/>
                  <a:gd name="connsiteY1" fmla="*/ 0 h 1449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602" h="1449884">
                    <a:moveTo>
                      <a:pt x="0" y="1449885"/>
                    </a:moveTo>
                    <a:lnTo>
                      <a:pt x="0" y="0"/>
                    </a:lnTo>
                  </a:path>
                </a:pathLst>
              </a:custGeom>
              <a:ln w="15875" cap="flat">
                <a:solidFill>
                  <a:schemeClr val="bg1">
                    <a:lumMod val="9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4" name="Graphic 86">
              <a:extLst>
                <a:ext uri="{FF2B5EF4-FFF2-40B4-BE49-F238E27FC236}">
                  <a16:creationId xmlns:a16="http://schemas.microsoft.com/office/drawing/2014/main" xmlns="" id="{ADB870BB-E8E0-D9A6-4DF0-DC00EC461133}"/>
                </a:ext>
              </a:extLst>
            </p:cNvPr>
            <p:cNvGrpSpPr/>
            <p:nvPr/>
          </p:nvGrpSpPr>
          <p:grpSpPr>
            <a:xfrm rot="5400000" flipH="1" flipV="1">
              <a:off x="3487107" y="2967148"/>
              <a:ext cx="450072" cy="1110114"/>
              <a:chOff x="2187252" y="1413827"/>
              <a:chExt cx="450072" cy="1449884"/>
            </a:xfrm>
          </p:grpSpPr>
          <p:sp>
            <p:nvSpPr>
              <p:cNvPr id="25" name="Freeform: Shape 175">
                <a:extLst>
                  <a:ext uri="{FF2B5EF4-FFF2-40B4-BE49-F238E27FC236}">
                    <a16:creationId xmlns:a16="http://schemas.microsoft.com/office/drawing/2014/main" xmlns="" id="{739460EB-BFF5-CD1E-B37B-47F063D0A8DE}"/>
                  </a:ext>
                </a:extLst>
              </p:cNvPr>
              <p:cNvSpPr/>
              <p:nvPr/>
            </p:nvSpPr>
            <p:spPr>
              <a:xfrm>
                <a:off x="2187252" y="1413827"/>
                <a:ext cx="11602" cy="1449884"/>
              </a:xfrm>
              <a:custGeom>
                <a:avLst/>
                <a:gdLst>
                  <a:gd name="connsiteX0" fmla="*/ 0 w 11602"/>
                  <a:gd name="connsiteY0" fmla="*/ 1449885 h 1449884"/>
                  <a:gd name="connsiteX1" fmla="*/ 0 w 11602"/>
                  <a:gd name="connsiteY1" fmla="*/ 0 h 1449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602" h="1449884">
                    <a:moveTo>
                      <a:pt x="0" y="1449885"/>
                    </a:moveTo>
                    <a:lnTo>
                      <a:pt x="0" y="0"/>
                    </a:lnTo>
                  </a:path>
                </a:pathLst>
              </a:custGeom>
              <a:ln w="15875" cap="flat">
                <a:solidFill>
                  <a:schemeClr val="bg1">
                    <a:lumMod val="9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: Shape 176">
                <a:extLst>
                  <a:ext uri="{FF2B5EF4-FFF2-40B4-BE49-F238E27FC236}">
                    <a16:creationId xmlns:a16="http://schemas.microsoft.com/office/drawing/2014/main" xmlns="" id="{BBCD9906-0587-F55E-12CF-5FE8DDC886B4}"/>
                  </a:ext>
                </a:extLst>
              </p:cNvPr>
              <p:cNvSpPr/>
              <p:nvPr/>
            </p:nvSpPr>
            <p:spPr>
              <a:xfrm>
                <a:off x="2262322" y="1413827"/>
                <a:ext cx="11602" cy="1449884"/>
              </a:xfrm>
              <a:custGeom>
                <a:avLst/>
                <a:gdLst>
                  <a:gd name="connsiteX0" fmla="*/ 0 w 11602"/>
                  <a:gd name="connsiteY0" fmla="*/ 1449885 h 1449884"/>
                  <a:gd name="connsiteX1" fmla="*/ 0 w 11602"/>
                  <a:gd name="connsiteY1" fmla="*/ 0 h 1449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602" h="1449884">
                    <a:moveTo>
                      <a:pt x="0" y="1449885"/>
                    </a:moveTo>
                    <a:lnTo>
                      <a:pt x="0" y="0"/>
                    </a:lnTo>
                  </a:path>
                </a:pathLst>
              </a:custGeom>
              <a:ln w="15875" cap="flat">
                <a:solidFill>
                  <a:schemeClr val="bg1">
                    <a:lumMod val="9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177">
                <a:extLst>
                  <a:ext uri="{FF2B5EF4-FFF2-40B4-BE49-F238E27FC236}">
                    <a16:creationId xmlns:a16="http://schemas.microsoft.com/office/drawing/2014/main" xmlns="" id="{3487ACFD-6F4C-29A4-9106-DEEA7B56CBB3}"/>
                  </a:ext>
                </a:extLst>
              </p:cNvPr>
              <p:cNvSpPr/>
              <p:nvPr/>
            </p:nvSpPr>
            <p:spPr>
              <a:xfrm>
                <a:off x="2337276" y="1413827"/>
                <a:ext cx="11602" cy="1449884"/>
              </a:xfrm>
              <a:custGeom>
                <a:avLst/>
                <a:gdLst>
                  <a:gd name="connsiteX0" fmla="*/ 0 w 11602"/>
                  <a:gd name="connsiteY0" fmla="*/ 1449885 h 1449884"/>
                  <a:gd name="connsiteX1" fmla="*/ 0 w 11602"/>
                  <a:gd name="connsiteY1" fmla="*/ 0 h 1449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602" h="1449884">
                    <a:moveTo>
                      <a:pt x="0" y="1449885"/>
                    </a:moveTo>
                    <a:lnTo>
                      <a:pt x="0" y="0"/>
                    </a:lnTo>
                  </a:path>
                </a:pathLst>
              </a:custGeom>
              <a:ln w="15875" cap="flat">
                <a:solidFill>
                  <a:schemeClr val="bg1">
                    <a:lumMod val="9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178">
                <a:extLst>
                  <a:ext uri="{FF2B5EF4-FFF2-40B4-BE49-F238E27FC236}">
                    <a16:creationId xmlns:a16="http://schemas.microsoft.com/office/drawing/2014/main" xmlns="" id="{E9A0C0E2-DB58-D20C-69A2-913D03118D66}"/>
                  </a:ext>
                </a:extLst>
              </p:cNvPr>
              <p:cNvSpPr/>
              <p:nvPr/>
            </p:nvSpPr>
            <p:spPr>
              <a:xfrm>
                <a:off x="2412346" y="1413827"/>
                <a:ext cx="11602" cy="1449884"/>
              </a:xfrm>
              <a:custGeom>
                <a:avLst/>
                <a:gdLst>
                  <a:gd name="connsiteX0" fmla="*/ 0 w 11602"/>
                  <a:gd name="connsiteY0" fmla="*/ 1449885 h 1449884"/>
                  <a:gd name="connsiteX1" fmla="*/ 0 w 11602"/>
                  <a:gd name="connsiteY1" fmla="*/ 0 h 1449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602" h="1449884">
                    <a:moveTo>
                      <a:pt x="0" y="1449885"/>
                    </a:moveTo>
                    <a:lnTo>
                      <a:pt x="0" y="0"/>
                    </a:lnTo>
                  </a:path>
                </a:pathLst>
              </a:custGeom>
              <a:ln w="15875" cap="flat">
                <a:solidFill>
                  <a:schemeClr val="bg1">
                    <a:lumMod val="9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179">
                <a:extLst>
                  <a:ext uri="{FF2B5EF4-FFF2-40B4-BE49-F238E27FC236}">
                    <a16:creationId xmlns:a16="http://schemas.microsoft.com/office/drawing/2014/main" xmlns="" id="{8915DCCA-C4DB-8683-A269-FC5C6CA33217}"/>
                  </a:ext>
                </a:extLst>
              </p:cNvPr>
              <p:cNvSpPr/>
              <p:nvPr/>
            </p:nvSpPr>
            <p:spPr>
              <a:xfrm>
                <a:off x="2487300" y="1413827"/>
                <a:ext cx="11602" cy="1449884"/>
              </a:xfrm>
              <a:custGeom>
                <a:avLst/>
                <a:gdLst>
                  <a:gd name="connsiteX0" fmla="*/ 0 w 11602"/>
                  <a:gd name="connsiteY0" fmla="*/ 1449885 h 1449884"/>
                  <a:gd name="connsiteX1" fmla="*/ 0 w 11602"/>
                  <a:gd name="connsiteY1" fmla="*/ 0 h 1449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602" h="1449884">
                    <a:moveTo>
                      <a:pt x="0" y="1449885"/>
                    </a:moveTo>
                    <a:lnTo>
                      <a:pt x="0" y="0"/>
                    </a:lnTo>
                  </a:path>
                </a:pathLst>
              </a:custGeom>
              <a:ln w="15875" cap="flat">
                <a:solidFill>
                  <a:schemeClr val="bg1">
                    <a:lumMod val="9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180">
                <a:extLst>
                  <a:ext uri="{FF2B5EF4-FFF2-40B4-BE49-F238E27FC236}">
                    <a16:creationId xmlns:a16="http://schemas.microsoft.com/office/drawing/2014/main" xmlns="" id="{7A04DAB7-7C4E-6390-0392-34FD1526A040}"/>
                  </a:ext>
                </a:extLst>
              </p:cNvPr>
              <p:cNvSpPr/>
              <p:nvPr/>
            </p:nvSpPr>
            <p:spPr>
              <a:xfrm>
                <a:off x="2562370" y="1413827"/>
                <a:ext cx="11602" cy="1449884"/>
              </a:xfrm>
              <a:custGeom>
                <a:avLst/>
                <a:gdLst>
                  <a:gd name="connsiteX0" fmla="*/ 0 w 11602"/>
                  <a:gd name="connsiteY0" fmla="*/ 1449885 h 1449884"/>
                  <a:gd name="connsiteX1" fmla="*/ 0 w 11602"/>
                  <a:gd name="connsiteY1" fmla="*/ 0 h 1449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602" h="1449884">
                    <a:moveTo>
                      <a:pt x="0" y="1449885"/>
                    </a:moveTo>
                    <a:lnTo>
                      <a:pt x="0" y="0"/>
                    </a:lnTo>
                  </a:path>
                </a:pathLst>
              </a:custGeom>
              <a:ln w="15875" cap="flat">
                <a:solidFill>
                  <a:schemeClr val="bg1">
                    <a:lumMod val="9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181">
                <a:extLst>
                  <a:ext uri="{FF2B5EF4-FFF2-40B4-BE49-F238E27FC236}">
                    <a16:creationId xmlns:a16="http://schemas.microsoft.com/office/drawing/2014/main" xmlns="" id="{7BBD808F-8F21-AEFC-3250-71A93C26E150}"/>
                  </a:ext>
                </a:extLst>
              </p:cNvPr>
              <p:cNvSpPr/>
              <p:nvPr/>
            </p:nvSpPr>
            <p:spPr>
              <a:xfrm>
                <a:off x="2637324" y="1413827"/>
                <a:ext cx="11602" cy="1449884"/>
              </a:xfrm>
              <a:custGeom>
                <a:avLst/>
                <a:gdLst>
                  <a:gd name="connsiteX0" fmla="*/ 0 w 11602"/>
                  <a:gd name="connsiteY0" fmla="*/ 1449885 h 1449884"/>
                  <a:gd name="connsiteX1" fmla="*/ 0 w 11602"/>
                  <a:gd name="connsiteY1" fmla="*/ 0 h 1449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602" h="1449884">
                    <a:moveTo>
                      <a:pt x="0" y="1449885"/>
                    </a:moveTo>
                    <a:lnTo>
                      <a:pt x="0" y="0"/>
                    </a:lnTo>
                  </a:path>
                </a:pathLst>
              </a:custGeom>
              <a:ln w="15875" cap="flat">
                <a:solidFill>
                  <a:schemeClr val="bg1">
                    <a:lumMod val="9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xmlns="" id="{EBC6A4A4-70BC-2F58-073A-6A116DA1D687}"/>
              </a:ext>
            </a:extLst>
          </p:cNvPr>
          <p:cNvGrpSpPr/>
          <p:nvPr userDrawn="1"/>
        </p:nvGrpSpPr>
        <p:grpSpPr>
          <a:xfrm rot="5400000" flipV="1">
            <a:off x="931983" y="4688569"/>
            <a:ext cx="1244184" cy="3108150"/>
            <a:chOff x="1156521" y="1246167"/>
            <a:chExt cx="967788" cy="2417673"/>
          </a:xfrm>
        </p:grpSpPr>
        <p:grpSp>
          <p:nvGrpSpPr>
            <p:cNvPr id="47" name="Graphic 86">
              <a:extLst>
                <a:ext uri="{FF2B5EF4-FFF2-40B4-BE49-F238E27FC236}">
                  <a16:creationId xmlns:a16="http://schemas.microsoft.com/office/drawing/2014/main" xmlns="" id="{5E04F860-45A5-0215-66FB-034A117420D3}"/>
                </a:ext>
              </a:extLst>
            </p:cNvPr>
            <p:cNvGrpSpPr/>
            <p:nvPr/>
          </p:nvGrpSpPr>
          <p:grpSpPr>
            <a:xfrm>
              <a:off x="1156521" y="2695936"/>
              <a:ext cx="967788" cy="967904"/>
              <a:chOff x="2187252" y="2863596"/>
              <a:chExt cx="967788" cy="967904"/>
            </a:xfrm>
            <a:noFill/>
          </p:grpSpPr>
          <p:sp>
            <p:nvSpPr>
              <p:cNvPr id="56" name="Freeform: Shape 206">
                <a:extLst>
                  <a:ext uri="{FF2B5EF4-FFF2-40B4-BE49-F238E27FC236}">
                    <a16:creationId xmlns:a16="http://schemas.microsoft.com/office/drawing/2014/main" xmlns="" id="{39100C4B-7A4D-9F49-0775-7824AEB455E0}"/>
                  </a:ext>
                </a:extLst>
              </p:cNvPr>
              <p:cNvSpPr/>
              <p:nvPr/>
            </p:nvSpPr>
            <p:spPr>
              <a:xfrm>
                <a:off x="2187252" y="2863712"/>
                <a:ext cx="967788" cy="967788"/>
              </a:xfrm>
              <a:custGeom>
                <a:avLst/>
                <a:gdLst>
                  <a:gd name="connsiteX0" fmla="*/ 967789 w 967788"/>
                  <a:gd name="connsiteY0" fmla="*/ 967789 h 967788"/>
                  <a:gd name="connsiteX1" fmla="*/ 0 w 967788"/>
                  <a:gd name="connsiteY1" fmla="*/ 0 h 967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67788" h="967788">
                    <a:moveTo>
                      <a:pt x="967789" y="967789"/>
                    </a:moveTo>
                    <a:cubicBezTo>
                      <a:pt x="433248" y="967789"/>
                      <a:pt x="0" y="534541"/>
                      <a:pt x="0" y="0"/>
                    </a:cubicBezTo>
                  </a:path>
                </a:pathLst>
              </a:custGeom>
              <a:noFill/>
              <a:ln w="15875" cap="flat">
                <a:solidFill>
                  <a:schemeClr val="bg1">
                    <a:lumMod val="9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Freeform: Shape 207">
                <a:extLst>
                  <a:ext uri="{FF2B5EF4-FFF2-40B4-BE49-F238E27FC236}">
                    <a16:creationId xmlns:a16="http://schemas.microsoft.com/office/drawing/2014/main" xmlns="" id="{1BB6D214-207E-8FC9-A15A-DB187447DFDA}"/>
                  </a:ext>
                </a:extLst>
              </p:cNvPr>
              <p:cNvSpPr/>
              <p:nvPr/>
            </p:nvSpPr>
            <p:spPr>
              <a:xfrm>
                <a:off x="2262206" y="2863596"/>
                <a:ext cx="892834" cy="892834"/>
              </a:xfrm>
              <a:custGeom>
                <a:avLst/>
                <a:gdLst>
                  <a:gd name="connsiteX0" fmla="*/ 892835 w 892834"/>
                  <a:gd name="connsiteY0" fmla="*/ 892835 h 892834"/>
                  <a:gd name="connsiteX1" fmla="*/ 0 w 892834"/>
                  <a:gd name="connsiteY1" fmla="*/ 0 h 8928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92834" h="892834">
                    <a:moveTo>
                      <a:pt x="892835" y="892835"/>
                    </a:moveTo>
                    <a:cubicBezTo>
                      <a:pt x="399716" y="892835"/>
                      <a:pt x="0" y="493119"/>
                      <a:pt x="0" y="0"/>
                    </a:cubicBezTo>
                  </a:path>
                </a:pathLst>
              </a:custGeom>
              <a:noFill/>
              <a:ln w="15875" cap="flat">
                <a:solidFill>
                  <a:schemeClr val="bg1">
                    <a:lumMod val="9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: Shape 208">
                <a:extLst>
                  <a:ext uri="{FF2B5EF4-FFF2-40B4-BE49-F238E27FC236}">
                    <a16:creationId xmlns:a16="http://schemas.microsoft.com/office/drawing/2014/main" xmlns="" id="{6829E0D4-1696-FE67-B8C5-3A6BC298D070}"/>
                  </a:ext>
                </a:extLst>
              </p:cNvPr>
              <p:cNvSpPr/>
              <p:nvPr/>
            </p:nvSpPr>
            <p:spPr>
              <a:xfrm>
                <a:off x="2337276" y="2863712"/>
                <a:ext cx="817764" cy="817764"/>
              </a:xfrm>
              <a:custGeom>
                <a:avLst/>
                <a:gdLst>
                  <a:gd name="connsiteX0" fmla="*/ 817765 w 817764"/>
                  <a:gd name="connsiteY0" fmla="*/ 817765 h 817764"/>
                  <a:gd name="connsiteX1" fmla="*/ 0 w 817764"/>
                  <a:gd name="connsiteY1" fmla="*/ 0 h 817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17764" h="817764">
                    <a:moveTo>
                      <a:pt x="817765" y="817765"/>
                    </a:moveTo>
                    <a:cubicBezTo>
                      <a:pt x="366068" y="817765"/>
                      <a:pt x="0" y="451581"/>
                      <a:pt x="0" y="0"/>
                    </a:cubicBezTo>
                  </a:path>
                </a:pathLst>
              </a:custGeom>
              <a:noFill/>
              <a:ln w="15875" cap="flat">
                <a:solidFill>
                  <a:schemeClr val="bg1">
                    <a:lumMod val="9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" name="Freeform: Shape 209">
                <a:extLst>
                  <a:ext uri="{FF2B5EF4-FFF2-40B4-BE49-F238E27FC236}">
                    <a16:creationId xmlns:a16="http://schemas.microsoft.com/office/drawing/2014/main" xmlns="" id="{18621E94-B945-5950-1984-ACF2816975D5}"/>
                  </a:ext>
                </a:extLst>
              </p:cNvPr>
              <p:cNvSpPr/>
              <p:nvPr/>
            </p:nvSpPr>
            <p:spPr>
              <a:xfrm>
                <a:off x="2412230" y="2863596"/>
                <a:ext cx="742810" cy="742810"/>
              </a:xfrm>
              <a:custGeom>
                <a:avLst/>
                <a:gdLst>
                  <a:gd name="connsiteX0" fmla="*/ 742811 w 742810"/>
                  <a:gd name="connsiteY0" fmla="*/ 742811 h 742810"/>
                  <a:gd name="connsiteX1" fmla="*/ 0 w 742810"/>
                  <a:gd name="connsiteY1" fmla="*/ 0 h 7428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42810" h="742810">
                    <a:moveTo>
                      <a:pt x="742811" y="742811"/>
                    </a:moveTo>
                    <a:cubicBezTo>
                      <a:pt x="332536" y="742811"/>
                      <a:pt x="0" y="410275"/>
                      <a:pt x="0" y="0"/>
                    </a:cubicBezTo>
                  </a:path>
                </a:pathLst>
              </a:custGeom>
              <a:noFill/>
              <a:ln w="15875" cap="flat">
                <a:solidFill>
                  <a:schemeClr val="bg1">
                    <a:lumMod val="9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Freeform: Shape 210">
                <a:extLst>
                  <a:ext uri="{FF2B5EF4-FFF2-40B4-BE49-F238E27FC236}">
                    <a16:creationId xmlns:a16="http://schemas.microsoft.com/office/drawing/2014/main" xmlns="" id="{42BA0463-6256-D132-93AD-DCBDB17F6D03}"/>
                  </a:ext>
                </a:extLst>
              </p:cNvPr>
              <p:cNvSpPr/>
              <p:nvPr/>
            </p:nvSpPr>
            <p:spPr>
              <a:xfrm>
                <a:off x="2487300" y="2863712"/>
                <a:ext cx="667740" cy="667740"/>
              </a:xfrm>
              <a:custGeom>
                <a:avLst/>
                <a:gdLst>
                  <a:gd name="connsiteX0" fmla="*/ 667741 w 667740"/>
                  <a:gd name="connsiteY0" fmla="*/ 667741 h 667740"/>
                  <a:gd name="connsiteX1" fmla="*/ 0 w 667740"/>
                  <a:gd name="connsiteY1" fmla="*/ 0 h 6677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67740" h="667740">
                    <a:moveTo>
                      <a:pt x="667741" y="667741"/>
                    </a:moveTo>
                    <a:cubicBezTo>
                      <a:pt x="298888" y="667741"/>
                      <a:pt x="0" y="368737"/>
                      <a:pt x="0" y="0"/>
                    </a:cubicBezTo>
                  </a:path>
                </a:pathLst>
              </a:custGeom>
              <a:noFill/>
              <a:ln w="15875" cap="flat">
                <a:solidFill>
                  <a:schemeClr val="bg1">
                    <a:lumMod val="9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" name="Freeform: Shape 211">
                <a:extLst>
                  <a:ext uri="{FF2B5EF4-FFF2-40B4-BE49-F238E27FC236}">
                    <a16:creationId xmlns:a16="http://schemas.microsoft.com/office/drawing/2014/main" xmlns="" id="{DA43D328-1261-CA03-9127-2938D3BEF9F2}"/>
                  </a:ext>
                </a:extLst>
              </p:cNvPr>
              <p:cNvSpPr/>
              <p:nvPr/>
            </p:nvSpPr>
            <p:spPr>
              <a:xfrm>
                <a:off x="2562254" y="2863712"/>
                <a:ext cx="592786" cy="592786"/>
              </a:xfrm>
              <a:custGeom>
                <a:avLst/>
                <a:gdLst>
                  <a:gd name="connsiteX0" fmla="*/ 592786 w 592786"/>
                  <a:gd name="connsiteY0" fmla="*/ 592787 h 592786"/>
                  <a:gd name="connsiteX1" fmla="*/ 0 w 592786"/>
                  <a:gd name="connsiteY1" fmla="*/ 0 h 5927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92786" h="592786">
                    <a:moveTo>
                      <a:pt x="592786" y="592787"/>
                    </a:moveTo>
                    <a:cubicBezTo>
                      <a:pt x="265356" y="592787"/>
                      <a:pt x="0" y="327431"/>
                      <a:pt x="0" y="0"/>
                    </a:cubicBezTo>
                  </a:path>
                </a:pathLst>
              </a:custGeom>
              <a:noFill/>
              <a:ln w="15875" cap="flat">
                <a:solidFill>
                  <a:schemeClr val="bg1">
                    <a:lumMod val="9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: Shape 212">
                <a:extLst>
                  <a:ext uri="{FF2B5EF4-FFF2-40B4-BE49-F238E27FC236}">
                    <a16:creationId xmlns:a16="http://schemas.microsoft.com/office/drawing/2014/main" xmlns="" id="{0BC76C2E-A547-0076-D0A6-BF838E1E4345}"/>
                  </a:ext>
                </a:extLst>
              </p:cNvPr>
              <p:cNvSpPr/>
              <p:nvPr/>
            </p:nvSpPr>
            <p:spPr>
              <a:xfrm>
                <a:off x="2637324" y="2863712"/>
                <a:ext cx="517716" cy="517716"/>
              </a:xfrm>
              <a:custGeom>
                <a:avLst/>
                <a:gdLst>
                  <a:gd name="connsiteX0" fmla="*/ 517716 w 517716"/>
                  <a:gd name="connsiteY0" fmla="*/ 517716 h 517716"/>
                  <a:gd name="connsiteX1" fmla="*/ 0 w 517716"/>
                  <a:gd name="connsiteY1" fmla="*/ 0 h 517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17716" h="517716">
                    <a:moveTo>
                      <a:pt x="517716" y="517716"/>
                    </a:moveTo>
                    <a:cubicBezTo>
                      <a:pt x="231708" y="517716"/>
                      <a:pt x="0" y="285893"/>
                      <a:pt x="0" y="0"/>
                    </a:cubicBezTo>
                  </a:path>
                </a:pathLst>
              </a:custGeom>
              <a:noFill/>
              <a:ln w="15875" cap="flat">
                <a:solidFill>
                  <a:schemeClr val="bg1">
                    <a:lumMod val="9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48" name="Graphic 86">
              <a:extLst>
                <a:ext uri="{FF2B5EF4-FFF2-40B4-BE49-F238E27FC236}">
                  <a16:creationId xmlns:a16="http://schemas.microsoft.com/office/drawing/2014/main" xmlns="" id="{EAB84908-FD2A-FCFC-E9F4-20B2BEF05F25}"/>
                </a:ext>
              </a:extLst>
            </p:cNvPr>
            <p:cNvGrpSpPr/>
            <p:nvPr/>
          </p:nvGrpSpPr>
          <p:grpSpPr>
            <a:xfrm>
              <a:off x="1156521" y="1246167"/>
              <a:ext cx="450072" cy="1449884"/>
              <a:chOff x="2187252" y="1413827"/>
              <a:chExt cx="450072" cy="1449884"/>
            </a:xfrm>
          </p:grpSpPr>
          <p:sp>
            <p:nvSpPr>
              <p:cNvPr id="49" name="Freeform: Shape 199">
                <a:extLst>
                  <a:ext uri="{FF2B5EF4-FFF2-40B4-BE49-F238E27FC236}">
                    <a16:creationId xmlns:a16="http://schemas.microsoft.com/office/drawing/2014/main" xmlns="" id="{A1B046CD-691C-B1A4-E38D-22F0320BEEFF}"/>
                  </a:ext>
                </a:extLst>
              </p:cNvPr>
              <p:cNvSpPr/>
              <p:nvPr/>
            </p:nvSpPr>
            <p:spPr>
              <a:xfrm>
                <a:off x="2187252" y="1413827"/>
                <a:ext cx="11602" cy="1449884"/>
              </a:xfrm>
              <a:custGeom>
                <a:avLst/>
                <a:gdLst>
                  <a:gd name="connsiteX0" fmla="*/ 0 w 11602"/>
                  <a:gd name="connsiteY0" fmla="*/ 1449885 h 1449884"/>
                  <a:gd name="connsiteX1" fmla="*/ 0 w 11602"/>
                  <a:gd name="connsiteY1" fmla="*/ 0 h 1449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602" h="1449884">
                    <a:moveTo>
                      <a:pt x="0" y="1449885"/>
                    </a:moveTo>
                    <a:lnTo>
                      <a:pt x="0" y="0"/>
                    </a:lnTo>
                  </a:path>
                </a:pathLst>
              </a:custGeom>
              <a:ln w="15875" cap="flat">
                <a:solidFill>
                  <a:schemeClr val="bg1">
                    <a:lumMod val="9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200">
                <a:extLst>
                  <a:ext uri="{FF2B5EF4-FFF2-40B4-BE49-F238E27FC236}">
                    <a16:creationId xmlns:a16="http://schemas.microsoft.com/office/drawing/2014/main" xmlns="" id="{D473DFD6-F037-C31C-11D1-A46FDFABCCFB}"/>
                  </a:ext>
                </a:extLst>
              </p:cNvPr>
              <p:cNvSpPr/>
              <p:nvPr/>
            </p:nvSpPr>
            <p:spPr>
              <a:xfrm>
                <a:off x="2262322" y="1413827"/>
                <a:ext cx="11602" cy="1449884"/>
              </a:xfrm>
              <a:custGeom>
                <a:avLst/>
                <a:gdLst>
                  <a:gd name="connsiteX0" fmla="*/ 0 w 11602"/>
                  <a:gd name="connsiteY0" fmla="*/ 1449885 h 1449884"/>
                  <a:gd name="connsiteX1" fmla="*/ 0 w 11602"/>
                  <a:gd name="connsiteY1" fmla="*/ 0 h 1449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602" h="1449884">
                    <a:moveTo>
                      <a:pt x="0" y="1449885"/>
                    </a:moveTo>
                    <a:lnTo>
                      <a:pt x="0" y="0"/>
                    </a:lnTo>
                  </a:path>
                </a:pathLst>
              </a:custGeom>
              <a:ln w="15875" cap="flat">
                <a:solidFill>
                  <a:schemeClr val="bg1">
                    <a:lumMod val="9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: Shape 201">
                <a:extLst>
                  <a:ext uri="{FF2B5EF4-FFF2-40B4-BE49-F238E27FC236}">
                    <a16:creationId xmlns:a16="http://schemas.microsoft.com/office/drawing/2014/main" xmlns="" id="{6BD8B0D4-7BC2-C056-3ABC-ED342166D752}"/>
                  </a:ext>
                </a:extLst>
              </p:cNvPr>
              <p:cNvSpPr/>
              <p:nvPr/>
            </p:nvSpPr>
            <p:spPr>
              <a:xfrm>
                <a:off x="2337276" y="1413827"/>
                <a:ext cx="11602" cy="1449884"/>
              </a:xfrm>
              <a:custGeom>
                <a:avLst/>
                <a:gdLst>
                  <a:gd name="connsiteX0" fmla="*/ 0 w 11602"/>
                  <a:gd name="connsiteY0" fmla="*/ 1449885 h 1449884"/>
                  <a:gd name="connsiteX1" fmla="*/ 0 w 11602"/>
                  <a:gd name="connsiteY1" fmla="*/ 0 h 1449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602" h="1449884">
                    <a:moveTo>
                      <a:pt x="0" y="1449885"/>
                    </a:moveTo>
                    <a:lnTo>
                      <a:pt x="0" y="0"/>
                    </a:lnTo>
                  </a:path>
                </a:pathLst>
              </a:custGeom>
              <a:ln w="15875" cap="flat">
                <a:solidFill>
                  <a:schemeClr val="bg1">
                    <a:lumMod val="9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: Shape 202">
                <a:extLst>
                  <a:ext uri="{FF2B5EF4-FFF2-40B4-BE49-F238E27FC236}">
                    <a16:creationId xmlns:a16="http://schemas.microsoft.com/office/drawing/2014/main" xmlns="" id="{B6A65A9A-A86D-9B5C-0CA0-AE350F4E4CE9}"/>
                  </a:ext>
                </a:extLst>
              </p:cNvPr>
              <p:cNvSpPr/>
              <p:nvPr/>
            </p:nvSpPr>
            <p:spPr>
              <a:xfrm>
                <a:off x="2412346" y="1413827"/>
                <a:ext cx="11602" cy="1449884"/>
              </a:xfrm>
              <a:custGeom>
                <a:avLst/>
                <a:gdLst>
                  <a:gd name="connsiteX0" fmla="*/ 0 w 11602"/>
                  <a:gd name="connsiteY0" fmla="*/ 1449885 h 1449884"/>
                  <a:gd name="connsiteX1" fmla="*/ 0 w 11602"/>
                  <a:gd name="connsiteY1" fmla="*/ 0 h 1449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602" h="1449884">
                    <a:moveTo>
                      <a:pt x="0" y="1449885"/>
                    </a:moveTo>
                    <a:lnTo>
                      <a:pt x="0" y="0"/>
                    </a:lnTo>
                  </a:path>
                </a:pathLst>
              </a:custGeom>
              <a:ln w="15875" cap="flat">
                <a:solidFill>
                  <a:schemeClr val="bg1">
                    <a:lumMod val="9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" name="Freeform: Shape 203">
                <a:extLst>
                  <a:ext uri="{FF2B5EF4-FFF2-40B4-BE49-F238E27FC236}">
                    <a16:creationId xmlns:a16="http://schemas.microsoft.com/office/drawing/2014/main" xmlns="" id="{618C00F2-C195-5D6A-7ABE-A0C3D03B0304}"/>
                  </a:ext>
                </a:extLst>
              </p:cNvPr>
              <p:cNvSpPr/>
              <p:nvPr/>
            </p:nvSpPr>
            <p:spPr>
              <a:xfrm>
                <a:off x="2487300" y="1413827"/>
                <a:ext cx="11602" cy="1449884"/>
              </a:xfrm>
              <a:custGeom>
                <a:avLst/>
                <a:gdLst>
                  <a:gd name="connsiteX0" fmla="*/ 0 w 11602"/>
                  <a:gd name="connsiteY0" fmla="*/ 1449885 h 1449884"/>
                  <a:gd name="connsiteX1" fmla="*/ 0 w 11602"/>
                  <a:gd name="connsiteY1" fmla="*/ 0 h 1449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602" h="1449884">
                    <a:moveTo>
                      <a:pt x="0" y="1449885"/>
                    </a:moveTo>
                    <a:lnTo>
                      <a:pt x="0" y="0"/>
                    </a:lnTo>
                  </a:path>
                </a:pathLst>
              </a:custGeom>
              <a:ln w="15875" cap="flat">
                <a:solidFill>
                  <a:schemeClr val="bg1">
                    <a:lumMod val="9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" name="Freeform: Shape 204">
                <a:extLst>
                  <a:ext uri="{FF2B5EF4-FFF2-40B4-BE49-F238E27FC236}">
                    <a16:creationId xmlns:a16="http://schemas.microsoft.com/office/drawing/2014/main" xmlns="" id="{B7F5E02F-6274-C8EA-C406-5DFFA7F4401E}"/>
                  </a:ext>
                </a:extLst>
              </p:cNvPr>
              <p:cNvSpPr/>
              <p:nvPr/>
            </p:nvSpPr>
            <p:spPr>
              <a:xfrm>
                <a:off x="2562370" y="1413827"/>
                <a:ext cx="11602" cy="1449884"/>
              </a:xfrm>
              <a:custGeom>
                <a:avLst/>
                <a:gdLst>
                  <a:gd name="connsiteX0" fmla="*/ 0 w 11602"/>
                  <a:gd name="connsiteY0" fmla="*/ 1449885 h 1449884"/>
                  <a:gd name="connsiteX1" fmla="*/ 0 w 11602"/>
                  <a:gd name="connsiteY1" fmla="*/ 0 h 1449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602" h="1449884">
                    <a:moveTo>
                      <a:pt x="0" y="1449885"/>
                    </a:moveTo>
                    <a:lnTo>
                      <a:pt x="0" y="0"/>
                    </a:lnTo>
                  </a:path>
                </a:pathLst>
              </a:custGeom>
              <a:ln w="15875" cap="flat">
                <a:solidFill>
                  <a:schemeClr val="bg1">
                    <a:lumMod val="9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: Shape 205">
                <a:extLst>
                  <a:ext uri="{FF2B5EF4-FFF2-40B4-BE49-F238E27FC236}">
                    <a16:creationId xmlns:a16="http://schemas.microsoft.com/office/drawing/2014/main" xmlns="" id="{E1D535D9-0179-9C14-5F0B-630F78C78370}"/>
                  </a:ext>
                </a:extLst>
              </p:cNvPr>
              <p:cNvSpPr/>
              <p:nvPr/>
            </p:nvSpPr>
            <p:spPr>
              <a:xfrm>
                <a:off x="2637324" y="1413827"/>
                <a:ext cx="11602" cy="1449884"/>
              </a:xfrm>
              <a:custGeom>
                <a:avLst/>
                <a:gdLst>
                  <a:gd name="connsiteX0" fmla="*/ 0 w 11602"/>
                  <a:gd name="connsiteY0" fmla="*/ 1449885 h 1449884"/>
                  <a:gd name="connsiteX1" fmla="*/ 0 w 11602"/>
                  <a:gd name="connsiteY1" fmla="*/ 0 h 1449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602" h="1449884">
                    <a:moveTo>
                      <a:pt x="0" y="1449885"/>
                    </a:moveTo>
                    <a:lnTo>
                      <a:pt x="0" y="0"/>
                    </a:lnTo>
                  </a:path>
                </a:pathLst>
              </a:custGeom>
              <a:ln w="15875" cap="flat">
                <a:solidFill>
                  <a:schemeClr val="bg1">
                    <a:lumMod val="9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3489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GBP: 2 columns +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contenu 2"/>
          <p:cNvSpPr>
            <a:spLocks noGrp="1"/>
          </p:cNvSpPr>
          <p:nvPr>
            <p:ph idx="13" hasCustomPrompt="1"/>
          </p:nvPr>
        </p:nvSpPr>
        <p:spPr>
          <a:xfrm>
            <a:off x="329938" y="1209929"/>
            <a:ext cx="5451333" cy="47433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600"/>
              </a:spcBef>
              <a:buClr>
                <a:srgbClr val="405582"/>
              </a:buClr>
              <a:buFont typeface="ZapfDingbatsITC" charset="0"/>
              <a:buNone/>
              <a:tabLst/>
              <a:defRPr lang="fr-FR" sz="2400" b="0" i="0" baseline="0" dirty="0">
                <a:solidFill>
                  <a:srgbClr val="1293E3"/>
                </a:solidFill>
                <a:latin typeface="Calibri" panose="020F0502020204030204" pitchFamily="34" charset="0"/>
                <a:ea typeface="Open Sans" charset="0"/>
                <a:cs typeface="Calibri" panose="020F0502020204030204" pitchFamily="34" charset="0"/>
              </a:defRPr>
            </a:lvl1pPr>
            <a:lvl2pPr marL="977900" indent="-449263">
              <a:spcBef>
                <a:spcPts val="1700"/>
              </a:spcBef>
              <a:buClr>
                <a:srgbClr val="405582"/>
              </a:buClr>
              <a:buSzPct val="100000"/>
              <a:buFont typeface="ZapfDingbatsITC" charset="0"/>
              <a:buChar char="✚"/>
              <a:tabLst/>
              <a:defRPr lang="fr-FR" sz="2200" b="0" i="0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Open Sans" charset="0"/>
                <a:ea typeface="Open Sans" charset="0"/>
                <a:cs typeface="Open Sans" charset="0"/>
              </a:defRPr>
            </a:lvl2pPr>
            <a:lvl5pP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Open Sans" charset="0"/>
                <a:ea typeface="Open Sans" charset="0"/>
                <a:cs typeface="Open Sans" charset="0"/>
              </a:defRPr>
            </a:lvl5pPr>
          </a:lstStyle>
          <a:p>
            <a:pPr marL="0" lvl="0" indent="0">
              <a:spcBef>
                <a:spcPts val="1600"/>
              </a:spcBef>
              <a:buClr>
                <a:srgbClr val="405582"/>
              </a:buClr>
              <a:buFont typeface="ZapfDingbatsITC" charset="0"/>
              <a:buNone/>
              <a:tabLst/>
            </a:pPr>
            <a:r>
              <a:rPr lang="fr-FR" dirty="0"/>
              <a:t>SUBTITLE</a:t>
            </a:r>
          </a:p>
        </p:txBody>
      </p:sp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xmlns="" id="{877B9C4F-99D3-D349-B47F-25293EA7C8D8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034409" y="1209929"/>
            <a:ext cx="5285512" cy="47433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600"/>
              </a:spcBef>
              <a:buClr>
                <a:srgbClr val="405582"/>
              </a:buClr>
              <a:buFont typeface="ZapfDingbatsITC" charset="0"/>
              <a:buNone/>
              <a:tabLst/>
              <a:defRPr lang="fr-FR" sz="2400" b="0" i="0" baseline="0" dirty="0">
                <a:solidFill>
                  <a:srgbClr val="1293E3"/>
                </a:solidFill>
                <a:latin typeface="Calibri" panose="020F0502020204030204" pitchFamily="34" charset="0"/>
                <a:ea typeface="Open Sans" charset="0"/>
                <a:cs typeface="Calibri" panose="020F0502020204030204" pitchFamily="34" charset="0"/>
              </a:defRPr>
            </a:lvl1pPr>
            <a:lvl2pPr marL="977900" indent="-449263">
              <a:spcBef>
                <a:spcPts val="1700"/>
              </a:spcBef>
              <a:buClr>
                <a:srgbClr val="405582"/>
              </a:buClr>
              <a:buSzPct val="100000"/>
              <a:buFont typeface="ZapfDingbatsITC" charset="0"/>
              <a:buChar char="✚"/>
              <a:tabLst/>
              <a:defRPr lang="fr-FR" sz="2200" b="0" i="0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Open Sans" charset="0"/>
                <a:ea typeface="Open Sans" charset="0"/>
                <a:cs typeface="Open Sans" charset="0"/>
              </a:defRPr>
            </a:lvl2pPr>
            <a:lvl5pP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Open Sans" charset="0"/>
                <a:ea typeface="Open Sans" charset="0"/>
                <a:cs typeface="Open Sans" charset="0"/>
              </a:defRPr>
            </a:lvl5pPr>
          </a:lstStyle>
          <a:p>
            <a:pPr marL="0" lvl="0" indent="0">
              <a:spcBef>
                <a:spcPts val="1600"/>
              </a:spcBef>
              <a:buClr>
                <a:srgbClr val="405582"/>
              </a:buClr>
              <a:buFont typeface="ZapfDingbatsITC" charset="0"/>
              <a:buNone/>
              <a:tabLst/>
            </a:pPr>
            <a:r>
              <a:rPr lang="fr-FR" dirty="0"/>
              <a:t>SUBTITLE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424DF0D7-D333-89E2-5421-AB72938294A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95759" y="2066544"/>
            <a:ext cx="5285512" cy="4062794"/>
          </a:xfrm>
          <a:prstGeom prst="rect">
            <a:avLst/>
          </a:prstGeom>
        </p:spPr>
        <p:txBody>
          <a:bodyPr/>
          <a:lstStyle>
            <a:lvl1pPr marL="268288" indent="-268288">
              <a:spcBef>
                <a:spcPts val="1600"/>
              </a:spcBef>
              <a:buClr>
                <a:srgbClr val="1293E3"/>
              </a:buClr>
              <a:buFont typeface="Arial" panose="020B0604020202020204" pitchFamily="34" charset="0"/>
              <a:buChar char="•"/>
              <a:tabLst/>
              <a:defRPr sz="2400" b="0" i="0" baseline="0">
                <a:solidFill>
                  <a:schemeClr val="accent6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Open Sans" charset="0"/>
                <a:cs typeface="Calibri" panose="020F0502020204030204" pitchFamily="34" charset="0"/>
              </a:defRPr>
            </a:lvl1pPr>
            <a:lvl2pPr marL="719138" indent="-190500">
              <a:spcBef>
                <a:spcPts val="1700"/>
              </a:spcBef>
              <a:buClr>
                <a:srgbClr val="1293E3"/>
              </a:buClr>
              <a:buSzPct val="125000"/>
              <a:buFont typeface="Police système"/>
              <a:buChar char="-"/>
              <a:tabLst>
                <a:tab pos="708025" algn="l"/>
              </a:tabLst>
              <a:defRPr lang="fr-FR" sz="2000" b="0" i="0" kern="1200" baseline="0" dirty="0">
                <a:solidFill>
                  <a:schemeClr val="accent6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Open Sans" charset="0"/>
                <a:cs typeface="Calibri" panose="020F0502020204030204" pitchFamily="34" charset="0"/>
              </a:defRPr>
            </a:lvl2pPr>
            <a:lvl5pP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Open Sans" charset="0"/>
                <a:ea typeface="Open Sans" charset="0"/>
                <a:cs typeface="Open Sans" charset="0"/>
              </a:defRPr>
            </a:lvl5pPr>
          </a:lstStyle>
          <a:p>
            <a:pPr lvl="0"/>
            <a:r>
              <a:rPr lang="fr-FR" dirty="0"/>
              <a:t>1st </a:t>
            </a:r>
            <a:r>
              <a:rPr lang="fr-FR" dirty="0" err="1"/>
              <a:t>level</a:t>
            </a:r>
            <a:r>
              <a:rPr lang="fr-FR" dirty="0"/>
              <a:t> </a:t>
            </a:r>
            <a:r>
              <a:rPr lang="fr-FR" dirty="0" err="1"/>
              <a:t>bullet</a:t>
            </a:r>
            <a:endParaRPr lang="fr-FR" dirty="0"/>
          </a:p>
          <a:p>
            <a:pPr lvl="1"/>
            <a:r>
              <a:rPr lang="fr-FR" dirty="0"/>
              <a:t>2nd </a:t>
            </a:r>
            <a:r>
              <a:rPr lang="fr-FR" dirty="0" err="1"/>
              <a:t>level</a:t>
            </a:r>
            <a:endParaRPr lang="fr-FR" dirty="0"/>
          </a:p>
          <a:p>
            <a:pPr lvl="1"/>
            <a:endParaRPr lang="fr-FR" dirty="0"/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xmlns="" id="{59E56338-33F3-1237-08BE-CA29B3E93ED8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122121" y="2066544"/>
            <a:ext cx="5285512" cy="4062794"/>
          </a:xfrm>
          <a:prstGeom prst="rect">
            <a:avLst/>
          </a:prstGeom>
        </p:spPr>
        <p:txBody>
          <a:bodyPr/>
          <a:lstStyle>
            <a:lvl1pPr marL="268288" indent="-268288">
              <a:spcBef>
                <a:spcPts val="1600"/>
              </a:spcBef>
              <a:buClr>
                <a:srgbClr val="1293E3"/>
              </a:buClr>
              <a:buFont typeface="Arial" panose="020B0604020202020204" pitchFamily="34" charset="0"/>
              <a:buChar char="•"/>
              <a:tabLst/>
              <a:defRPr sz="2400" b="0" i="0" baseline="0">
                <a:solidFill>
                  <a:schemeClr val="accent6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Open Sans" charset="0"/>
                <a:cs typeface="Calibri" panose="020F0502020204030204" pitchFamily="34" charset="0"/>
              </a:defRPr>
            </a:lvl1pPr>
            <a:lvl2pPr marL="719138" indent="-190500">
              <a:spcBef>
                <a:spcPts val="1700"/>
              </a:spcBef>
              <a:buClr>
                <a:srgbClr val="1293E3"/>
              </a:buClr>
              <a:buSzPct val="125000"/>
              <a:buFont typeface="Police système"/>
              <a:buChar char="-"/>
              <a:tabLst>
                <a:tab pos="708025" algn="l"/>
              </a:tabLst>
              <a:defRPr lang="fr-FR" sz="2000" b="0" i="0" kern="1200" baseline="0" dirty="0">
                <a:solidFill>
                  <a:schemeClr val="accent6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Open Sans" charset="0"/>
                <a:cs typeface="Calibri" panose="020F0502020204030204" pitchFamily="34" charset="0"/>
              </a:defRPr>
            </a:lvl2pPr>
            <a:lvl5pP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Open Sans" charset="0"/>
                <a:ea typeface="Open Sans" charset="0"/>
                <a:cs typeface="Open Sans" charset="0"/>
              </a:defRPr>
            </a:lvl5pPr>
          </a:lstStyle>
          <a:p>
            <a:pPr lvl="0"/>
            <a:r>
              <a:rPr lang="fr-FR" dirty="0"/>
              <a:t>1st </a:t>
            </a:r>
            <a:r>
              <a:rPr lang="fr-FR" dirty="0" err="1"/>
              <a:t>level</a:t>
            </a:r>
            <a:r>
              <a:rPr lang="fr-FR" dirty="0"/>
              <a:t> </a:t>
            </a:r>
            <a:r>
              <a:rPr lang="fr-FR" dirty="0" err="1"/>
              <a:t>bullet</a:t>
            </a:r>
            <a:endParaRPr lang="fr-FR" dirty="0"/>
          </a:p>
          <a:p>
            <a:pPr lvl="1"/>
            <a:r>
              <a:rPr lang="fr-FR" dirty="0"/>
              <a:t>2nd </a:t>
            </a:r>
            <a:r>
              <a:rPr lang="fr-FR" dirty="0" err="1"/>
              <a:t>level</a:t>
            </a:r>
            <a:endParaRPr lang="fr-FR" dirty="0"/>
          </a:p>
          <a:p>
            <a:pPr lvl="1"/>
            <a:endParaRPr lang="fr-FR" dirty="0"/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xmlns="" id="{17AD2ABB-2AE5-7BB7-0881-5D8B57811A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4129" y="6475435"/>
            <a:ext cx="382919" cy="276999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1293E3"/>
                </a:solidFill>
                <a:latin typeface="Calibri" panose="020F0502020204030204" pitchFamily="34" charset="0"/>
                <a:ea typeface="Open Sans" charset="0"/>
                <a:cs typeface="Calibri" panose="020F0502020204030204" pitchFamily="34" charset="0"/>
              </a:defRPr>
            </a:lvl1pPr>
          </a:lstStyle>
          <a:p>
            <a:fld id="{65948E48-1704-8A46-9190-E09A1DFCD82D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9" name="Segnaposto titolo 41">
            <a:extLst>
              <a:ext uri="{FF2B5EF4-FFF2-40B4-BE49-F238E27FC236}">
                <a16:creationId xmlns:a16="http://schemas.microsoft.com/office/drawing/2014/main" xmlns="" id="{489F5097-79EB-0DAE-AA9F-BF09D9EF2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703425" cy="992601"/>
          </a:xfrm>
          <a:prstGeom prst="rect">
            <a:avLst/>
          </a:prstGeom>
          <a:noFill/>
        </p:spPr>
        <p:txBody>
          <a:bodyPr vert="horz" lIns="36000" tIns="144000" rIns="91440" bIns="108000" rtlCol="0" anchor="ctr">
            <a:noAutofit/>
          </a:bodyPr>
          <a:lstStyle/>
          <a:p>
            <a:r>
              <a:rPr lang="it-IT" dirty="0"/>
              <a:t>SLIDE TITLE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GBP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2CC28A10-55BA-DC7E-CC4C-082430E9E3E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95759" y="1366887"/>
            <a:ext cx="5285512" cy="4762451"/>
          </a:xfrm>
          <a:prstGeom prst="rect">
            <a:avLst/>
          </a:prstGeom>
        </p:spPr>
        <p:txBody>
          <a:bodyPr/>
          <a:lstStyle>
            <a:lvl1pPr marL="268288" indent="-268288">
              <a:spcBef>
                <a:spcPts val="1600"/>
              </a:spcBef>
              <a:buClr>
                <a:srgbClr val="1293E3"/>
              </a:buClr>
              <a:buFont typeface="Arial" panose="020B0604020202020204" pitchFamily="34" charset="0"/>
              <a:buChar char="•"/>
              <a:tabLst/>
              <a:defRPr sz="2400" b="0" i="0" baseline="0">
                <a:solidFill>
                  <a:schemeClr val="accent6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Open Sans" charset="0"/>
                <a:cs typeface="Calibri" panose="020F0502020204030204" pitchFamily="34" charset="0"/>
              </a:defRPr>
            </a:lvl1pPr>
            <a:lvl2pPr marL="719138" indent="-190500">
              <a:spcBef>
                <a:spcPts val="1700"/>
              </a:spcBef>
              <a:buClr>
                <a:srgbClr val="1293E3"/>
              </a:buClr>
              <a:buSzPct val="125000"/>
              <a:buFont typeface="Police système"/>
              <a:buChar char="-"/>
              <a:tabLst>
                <a:tab pos="708025" algn="l"/>
              </a:tabLst>
              <a:defRPr lang="fr-FR" sz="2000" b="0" i="0" kern="1200" baseline="0" dirty="0">
                <a:solidFill>
                  <a:schemeClr val="accent6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Open Sans" charset="0"/>
                <a:cs typeface="Calibri" panose="020F0502020204030204" pitchFamily="34" charset="0"/>
              </a:defRPr>
            </a:lvl2pPr>
            <a:lvl5pP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Open Sans" charset="0"/>
                <a:ea typeface="Open Sans" charset="0"/>
                <a:cs typeface="Open Sans" charset="0"/>
              </a:defRPr>
            </a:lvl5pPr>
          </a:lstStyle>
          <a:p>
            <a:pPr lvl="0"/>
            <a:r>
              <a:rPr lang="fr-FR" dirty="0"/>
              <a:t>1st </a:t>
            </a:r>
            <a:r>
              <a:rPr lang="fr-FR" dirty="0" err="1"/>
              <a:t>level</a:t>
            </a:r>
            <a:r>
              <a:rPr lang="fr-FR" dirty="0"/>
              <a:t> </a:t>
            </a:r>
            <a:r>
              <a:rPr lang="fr-FR" dirty="0" err="1"/>
              <a:t>bullet</a:t>
            </a:r>
            <a:endParaRPr lang="fr-FR" dirty="0"/>
          </a:p>
          <a:p>
            <a:pPr lvl="1"/>
            <a:r>
              <a:rPr lang="fr-FR" dirty="0"/>
              <a:t>2nd </a:t>
            </a:r>
            <a:r>
              <a:rPr lang="fr-FR" dirty="0" err="1"/>
              <a:t>level</a:t>
            </a:r>
            <a:endParaRPr lang="fr-FR" dirty="0"/>
          </a:p>
          <a:p>
            <a:pPr lvl="1"/>
            <a:endParaRPr lang="fr-FR" dirty="0"/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xmlns="" id="{69A42D1C-708F-7644-FF7A-A3574583D79A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122121" y="1366887"/>
            <a:ext cx="5285512" cy="4762451"/>
          </a:xfrm>
          <a:prstGeom prst="rect">
            <a:avLst/>
          </a:prstGeom>
        </p:spPr>
        <p:txBody>
          <a:bodyPr/>
          <a:lstStyle>
            <a:lvl1pPr marL="268288" indent="-268288">
              <a:spcBef>
                <a:spcPts val="1600"/>
              </a:spcBef>
              <a:buClr>
                <a:srgbClr val="1293E3"/>
              </a:buClr>
              <a:buFont typeface="Arial" panose="020B0604020202020204" pitchFamily="34" charset="0"/>
              <a:buChar char="•"/>
              <a:tabLst/>
              <a:defRPr sz="2400" b="0" i="0" baseline="0">
                <a:solidFill>
                  <a:schemeClr val="accent6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Open Sans" charset="0"/>
                <a:cs typeface="Calibri" panose="020F0502020204030204" pitchFamily="34" charset="0"/>
              </a:defRPr>
            </a:lvl1pPr>
            <a:lvl2pPr marL="719138" indent="-190500">
              <a:spcBef>
                <a:spcPts val="1700"/>
              </a:spcBef>
              <a:buClr>
                <a:srgbClr val="1293E3"/>
              </a:buClr>
              <a:buSzPct val="125000"/>
              <a:buFont typeface="Police système"/>
              <a:buChar char="-"/>
              <a:tabLst>
                <a:tab pos="708025" algn="l"/>
              </a:tabLst>
              <a:defRPr lang="fr-FR" sz="2000" b="0" i="0" kern="1200" baseline="0" dirty="0">
                <a:solidFill>
                  <a:schemeClr val="accent6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Open Sans" charset="0"/>
                <a:cs typeface="Calibri" panose="020F0502020204030204" pitchFamily="34" charset="0"/>
              </a:defRPr>
            </a:lvl2pPr>
            <a:lvl5pP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Open Sans" charset="0"/>
                <a:ea typeface="Open Sans" charset="0"/>
                <a:cs typeface="Open Sans" charset="0"/>
              </a:defRPr>
            </a:lvl5pPr>
          </a:lstStyle>
          <a:p>
            <a:pPr lvl="0"/>
            <a:r>
              <a:rPr lang="fr-FR" dirty="0"/>
              <a:t>1st </a:t>
            </a:r>
            <a:r>
              <a:rPr lang="fr-FR" dirty="0" err="1"/>
              <a:t>level</a:t>
            </a:r>
            <a:r>
              <a:rPr lang="fr-FR" dirty="0"/>
              <a:t> </a:t>
            </a:r>
            <a:r>
              <a:rPr lang="fr-FR" dirty="0" err="1"/>
              <a:t>bullet</a:t>
            </a:r>
            <a:endParaRPr lang="fr-FR" dirty="0"/>
          </a:p>
          <a:p>
            <a:pPr lvl="1"/>
            <a:r>
              <a:rPr lang="fr-FR" dirty="0"/>
              <a:t>2nd </a:t>
            </a:r>
            <a:r>
              <a:rPr lang="fr-FR" dirty="0" err="1"/>
              <a:t>level</a:t>
            </a:r>
            <a:endParaRPr lang="fr-FR" dirty="0"/>
          </a:p>
          <a:p>
            <a:pPr lvl="1"/>
            <a:endParaRPr lang="fr-FR" dirty="0"/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xmlns="" id="{66D733D5-D3D6-D893-26A3-DBF74805F7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4129" y="6475435"/>
            <a:ext cx="382919" cy="276999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1293E3"/>
                </a:solidFill>
                <a:latin typeface="Calibri" panose="020F0502020204030204" pitchFamily="34" charset="0"/>
                <a:ea typeface="Open Sans" charset="0"/>
                <a:cs typeface="Calibri" panose="020F0502020204030204" pitchFamily="34" charset="0"/>
              </a:defRPr>
            </a:lvl1pPr>
          </a:lstStyle>
          <a:p>
            <a:fld id="{65948E48-1704-8A46-9190-E09A1DFCD82D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9" name="Segnaposto titolo 41">
            <a:extLst>
              <a:ext uri="{FF2B5EF4-FFF2-40B4-BE49-F238E27FC236}">
                <a16:creationId xmlns:a16="http://schemas.microsoft.com/office/drawing/2014/main" xmlns="" id="{0751C608-6C92-D575-22E5-C59FCD5E9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703425" cy="992601"/>
          </a:xfrm>
          <a:prstGeom prst="rect">
            <a:avLst/>
          </a:prstGeom>
          <a:noFill/>
        </p:spPr>
        <p:txBody>
          <a:bodyPr vert="horz" lIns="36000" tIns="144000" rIns="91440" bIns="108000" rtlCol="0" anchor="ctr">
            <a:noAutofit/>
          </a:bodyPr>
          <a:lstStyle/>
          <a:p>
            <a:r>
              <a:rPr lang="it-IT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5722517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95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GBP: Partn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xmlns="" id="{F206A34A-32E9-6550-DF57-B48B0975168D}"/>
              </a:ext>
            </a:extLst>
          </p:cNvPr>
          <p:cNvSpPr/>
          <p:nvPr userDrawn="1"/>
        </p:nvSpPr>
        <p:spPr>
          <a:xfrm flipH="1">
            <a:off x="224442" y="1298583"/>
            <a:ext cx="11596255" cy="468658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52111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itolo 5"/>
          <p:cNvSpPr>
            <a:spLocks noGrp="1"/>
          </p:cNvSpPr>
          <p:nvPr>
            <p:ph type="title" hasCustomPrompt="1"/>
          </p:nvPr>
        </p:nvSpPr>
        <p:spPr>
          <a:xfrm>
            <a:off x="1" y="1"/>
            <a:ext cx="8720557" cy="950976"/>
          </a:xfrm>
          <a:noFill/>
        </p:spPr>
        <p:txBody>
          <a:bodyPr vert="horz" lIns="36000" tIns="144000" rIns="91440" bIns="108000" rtlCol="0" anchor="ctr">
            <a:noAutofit/>
          </a:bodyPr>
          <a:lstStyle>
            <a:lvl1pPr>
              <a:defRPr lang="it-IT" dirty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it-IT" dirty="0"/>
              <a:t>SLIDE TITLE: The CONSORTIUM</a:t>
            </a:r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xmlns="" id="{7ECA9855-6343-C90B-FE28-7ADE82A2FC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4129" y="6475435"/>
            <a:ext cx="382919" cy="276999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1293E3"/>
                </a:solidFill>
                <a:latin typeface="Calibri" panose="020F0502020204030204" pitchFamily="34" charset="0"/>
                <a:ea typeface="Open Sans" charset="0"/>
                <a:cs typeface="Calibri" panose="020F0502020204030204" pitchFamily="34" charset="0"/>
              </a:defRPr>
            </a:lvl1pPr>
          </a:lstStyle>
          <a:p>
            <a:fld id="{65948E48-1704-8A46-9190-E09A1DFCD82D}" type="slidenum">
              <a:rPr lang="fr-FR" smtClean="0"/>
              <a:pPr/>
              <a:t>‹#›</a:t>
            </a:fld>
            <a:endParaRPr lang="fr-F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A538E913-F3C7-F02B-4911-6D5F2894E8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4771" y="1487520"/>
            <a:ext cx="10755717" cy="424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3047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525">
          <p15:clr>
            <a:srgbClr val="FBAE40"/>
          </p15:clr>
        </p15:guide>
        <p15:guide id="3" pos="143">
          <p15:clr>
            <a:srgbClr val="FBAE40"/>
          </p15:clr>
        </p15:guide>
        <p15:guide id="4" pos="751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GBP: End slide">
    <p:bg>
      <p:bgPr>
        <a:solidFill>
          <a:srgbClr val="054D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xmlns="" id="{78ADDD4C-0FFD-E15B-CB81-DAE737531E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19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ZoneTexte 14">
            <a:hlinkClick r:id="rId3"/>
          </p:cNvPr>
          <p:cNvSpPr txBox="1"/>
          <p:nvPr userDrawn="1"/>
        </p:nvSpPr>
        <p:spPr>
          <a:xfrm>
            <a:off x="4412699" y="4921799"/>
            <a:ext cx="33666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0" i="0" spc="300" dirty="0">
                <a:solidFill>
                  <a:schemeClr val="bg1"/>
                </a:solidFill>
                <a:latin typeface="Calibri" panose="020F0502020204030204" pitchFamily="34" charset="0"/>
                <a:ea typeface="Oswald Light" charset="0"/>
                <a:cs typeface="Calibri" panose="020F0502020204030204" pitchFamily="34" charset="0"/>
              </a:rPr>
              <a:t>horse-6g.eu</a:t>
            </a:r>
          </a:p>
        </p:txBody>
      </p:sp>
      <p:sp>
        <p:nvSpPr>
          <p:cNvPr id="3" name="ZoneTexte 2"/>
          <p:cNvSpPr txBox="1"/>
          <p:nvPr userDrawn="1"/>
        </p:nvSpPr>
        <p:spPr>
          <a:xfrm>
            <a:off x="3299382" y="2846791"/>
            <a:ext cx="70795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b="1" i="0" kern="1200" cap="all" baseline="0" dirty="0">
                <a:solidFill>
                  <a:schemeClr val="bg1"/>
                </a:solidFill>
                <a:latin typeface="Calibri" panose="020F0502020204030204" pitchFamily="34" charset="0"/>
                <a:ea typeface="Oswald" charset="0"/>
                <a:cs typeface="Calibri" panose="020F0502020204030204" pitchFamily="34" charset="0"/>
              </a:rPr>
              <a:t>THANK YOU FOR YOUR Attention</a:t>
            </a:r>
          </a:p>
        </p:txBody>
      </p:sp>
      <p:sp>
        <p:nvSpPr>
          <p:cNvPr id="11" name="CasellaDiTesto 3">
            <a:extLst>
              <a:ext uri="{FF2B5EF4-FFF2-40B4-BE49-F238E27FC236}">
                <a16:creationId xmlns:a16="http://schemas.microsoft.com/office/drawing/2014/main" xmlns="" id="{0AC64713-DC68-E344-9329-B9608E6808ED}"/>
              </a:ext>
            </a:extLst>
          </p:cNvPr>
          <p:cNvSpPr txBox="1"/>
          <p:nvPr userDrawn="1"/>
        </p:nvSpPr>
        <p:spPr>
          <a:xfrm>
            <a:off x="3918958" y="6268093"/>
            <a:ext cx="4347218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it-IT" sz="900" b="0" i="0" kern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HORSE</a:t>
            </a:r>
            <a:r>
              <a:rPr lang="it-IT" sz="900" b="0" i="0" kern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 project </a:t>
            </a:r>
            <a:r>
              <a:rPr lang="it-IT" sz="900" b="0" i="0" kern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has</a:t>
            </a:r>
            <a:r>
              <a:rPr lang="it-IT" sz="900" b="0" i="0" kern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 </a:t>
            </a:r>
            <a:r>
              <a:rPr lang="it-IT" sz="900" b="0" i="0" kern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received</a:t>
            </a:r>
            <a:r>
              <a:rPr lang="it-IT" sz="900" b="0" i="0" kern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 funding from the Horizon Europe </a:t>
            </a:r>
            <a:r>
              <a:rPr lang="it-IT" sz="900" b="0" i="0" kern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research</a:t>
            </a:r>
            <a:r>
              <a:rPr lang="it-IT" sz="900" b="0" i="0" kern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 and </a:t>
            </a:r>
            <a:r>
              <a:rPr lang="it-IT" sz="900" b="0" i="0" kern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innovation</a:t>
            </a:r>
            <a:r>
              <a:rPr lang="it-IT" sz="900" b="0" i="0" kern="1200" baseline="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 </a:t>
            </a:r>
            <a:r>
              <a:rPr lang="it-IT" sz="900" b="0" i="0" kern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programme under </a:t>
            </a:r>
            <a:r>
              <a:rPr lang="it-IT" sz="900" b="0" i="0" kern="12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grant</a:t>
            </a:r>
            <a:r>
              <a:rPr lang="it-IT" sz="900" b="0" i="0" kern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 agreement N°101096342</a:t>
            </a:r>
            <a:endParaRPr lang="it-IT" sz="900" b="0" i="0" baseline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Immagine 1">
            <a:extLst>
              <a:ext uri="{FF2B5EF4-FFF2-40B4-BE49-F238E27FC236}">
                <a16:creationId xmlns:a16="http://schemas.microsoft.com/office/drawing/2014/main" xmlns="" id="{FB717801-FAC4-294C-90A0-F863033E4CD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81481" y="5783811"/>
            <a:ext cx="622172" cy="4153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AA72A22B-9E9A-B314-719A-D239B835B2C1}"/>
              </a:ext>
            </a:extLst>
          </p:cNvPr>
          <p:cNvGrpSpPr/>
          <p:nvPr userDrawn="1"/>
        </p:nvGrpSpPr>
        <p:grpSpPr>
          <a:xfrm>
            <a:off x="1041752" y="-335304"/>
            <a:ext cx="2065951" cy="3764304"/>
            <a:chOff x="2201249" y="-17063"/>
            <a:chExt cx="2065951" cy="3764304"/>
          </a:xfrm>
        </p:grpSpPr>
        <p:grpSp>
          <p:nvGrpSpPr>
            <p:cNvPr id="4" name="Graphic 86">
              <a:extLst>
                <a:ext uri="{FF2B5EF4-FFF2-40B4-BE49-F238E27FC236}">
                  <a16:creationId xmlns:a16="http://schemas.microsoft.com/office/drawing/2014/main" xmlns="" id="{D6F4CC05-F416-1A67-2D49-73E8D0631263}"/>
                </a:ext>
              </a:extLst>
            </p:cNvPr>
            <p:cNvGrpSpPr/>
            <p:nvPr/>
          </p:nvGrpSpPr>
          <p:grpSpPr>
            <a:xfrm rot="10800000" flipH="1" flipV="1">
              <a:off x="2201249" y="2779220"/>
              <a:ext cx="967788" cy="967904"/>
              <a:chOff x="2187252" y="2863596"/>
              <a:chExt cx="967788" cy="967904"/>
            </a:xfrm>
            <a:noFill/>
          </p:grpSpPr>
          <p:sp>
            <p:nvSpPr>
              <p:cNvPr id="27" name="Freeform: Shape 189">
                <a:extLst>
                  <a:ext uri="{FF2B5EF4-FFF2-40B4-BE49-F238E27FC236}">
                    <a16:creationId xmlns:a16="http://schemas.microsoft.com/office/drawing/2014/main" xmlns="" id="{910FD7B4-F91C-55DC-E1B7-303E9B1E40DF}"/>
                  </a:ext>
                </a:extLst>
              </p:cNvPr>
              <p:cNvSpPr/>
              <p:nvPr/>
            </p:nvSpPr>
            <p:spPr>
              <a:xfrm>
                <a:off x="2187252" y="2863712"/>
                <a:ext cx="967788" cy="967788"/>
              </a:xfrm>
              <a:custGeom>
                <a:avLst/>
                <a:gdLst>
                  <a:gd name="connsiteX0" fmla="*/ 967789 w 967788"/>
                  <a:gd name="connsiteY0" fmla="*/ 967789 h 967788"/>
                  <a:gd name="connsiteX1" fmla="*/ 0 w 967788"/>
                  <a:gd name="connsiteY1" fmla="*/ 0 h 967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67788" h="967788">
                    <a:moveTo>
                      <a:pt x="967789" y="967789"/>
                    </a:moveTo>
                    <a:cubicBezTo>
                      <a:pt x="433248" y="967789"/>
                      <a:pt x="0" y="534541"/>
                      <a:pt x="0" y="0"/>
                    </a:cubicBezTo>
                  </a:path>
                </a:pathLst>
              </a:custGeom>
              <a:noFill/>
              <a:ln w="15875" cap="flat">
                <a:solidFill>
                  <a:schemeClr val="bg1">
                    <a:lumMod val="9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8" name="Freeform: Shape 190">
                <a:extLst>
                  <a:ext uri="{FF2B5EF4-FFF2-40B4-BE49-F238E27FC236}">
                    <a16:creationId xmlns:a16="http://schemas.microsoft.com/office/drawing/2014/main" xmlns="" id="{29C79E29-A94C-DF1C-B8A9-99B5D6AA612D}"/>
                  </a:ext>
                </a:extLst>
              </p:cNvPr>
              <p:cNvSpPr/>
              <p:nvPr/>
            </p:nvSpPr>
            <p:spPr>
              <a:xfrm>
                <a:off x="2262206" y="2863596"/>
                <a:ext cx="892834" cy="892834"/>
              </a:xfrm>
              <a:custGeom>
                <a:avLst/>
                <a:gdLst>
                  <a:gd name="connsiteX0" fmla="*/ 892835 w 892834"/>
                  <a:gd name="connsiteY0" fmla="*/ 892835 h 892834"/>
                  <a:gd name="connsiteX1" fmla="*/ 0 w 892834"/>
                  <a:gd name="connsiteY1" fmla="*/ 0 h 8928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92834" h="892834">
                    <a:moveTo>
                      <a:pt x="892835" y="892835"/>
                    </a:moveTo>
                    <a:cubicBezTo>
                      <a:pt x="399716" y="892835"/>
                      <a:pt x="0" y="493119"/>
                      <a:pt x="0" y="0"/>
                    </a:cubicBezTo>
                  </a:path>
                </a:pathLst>
              </a:custGeom>
              <a:noFill/>
              <a:ln w="15875" cap="flat">
                <a:solidFill>
                  <a:schemeClr val="bg1">
                    <a:lumMod val="9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9" name="Freeform: Shape 191">
                <a:extLst>
                  <a:ext uri="{FF2B5EF4-FFF2-40B4-BE49-F238E27FC236}">
                    <a16:creationId xmlns:a16="http://schemas.microsoft.com/office/drawing/2014/main" xmlns="" id="{D98215A4-FE9A-1557-E759-1F7454E0922F}"/>
                  </a:ext>
                </a:extLst>
              </p:cNvPr>
              <p:cNvSpPr/>
              <p:nvPr/>
            </p:nvSpPr>
            <p:spPr>
              <a:xfrm>
                <a:off x="2337276" y="2863712"/>
                <a:ext cx="817764" cy="817764"/>
              </a:xfrm>
              <a:custGeom>
                <a:avLst/>
                <a:gdLst>
                  <a:gd name="connsiteX0" fmla="*/ 817765 w 817764"/>
                  <a:gd name="connsiteY0" fmla="*/ 817765 h 817764"/>
                  <a:gd name="connsiteX1" fmla="*/ 0 w 817764"/>
                  <a:gd name="connsiteY1" fmla="*/ 0 h 817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17764" h="817764">
                    <a:moveTo>
                      <a:pt x="817765" y="817765"/>
                    </a:moveTo>
                    <a:cubicBezTo>
                      <a:pt x="366068" y="817765"/>
                      <a:pt x="0" y="451581"/>
                      <a:pt x="0" y="0"/>
                    </a:cubicBezTo>
                  </a:path>
                </a:pathLst>
              </a:custGeom>
              <a:noFill/>
              <a:ln w="15875" cap="flat">
                <a:solidFill>
                  <a:schemeClr val="bg1">
                    <a:lumMod val="9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0" name="Freeform: Shape 192">
                <a:extLst>
                  <a:ext uri="{FF2B5EF4-FFF2-40B4-BE49-F238E27FC236}">
                    <a16:creationId xmlns:a16="http://schemas.microsoft.com/office/drawing/2014/main" xmlns="" id="{992A7AA7-6FDF-40BE-0D46-EEFC484E14CB}"/>
                  </a:ext>
                </a:extLst>
              </p:cNvPr>
              <p:cNvSpPr/>
              <p:nvPr/>
            </p:nvSpPr>
            <p:spPr>
              <a:xfrm>
                <a:off x="2412230" y="2863596"/>
                <a:ext cx="742810" cy="742810"/>
              </a:xfrm>
              <a:custGeom>
                <a:avLst/>
                <a:gdLst>
                  <a:gd name="connsiteX0" fmla="*/ 742811 w 742810"/>
                  <a:gd name="connsiteY0" fmla="*/ 742811 h 742810"/>
                  <a:gd name="connsiteX1" fmla="*/ 0 w 742810"/>
                  <a:gd name="connsiteY1" fmla="*/ 0 h 7428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42810" h="742810">
                    <a:moveTo>
                      <a:pt x="742811" y="742811"/>
                    </a:moveTo>
                    <a:cubicBezTo>
                      <a:pt x="332536" y="742811"/>
                      <a:pt x="0" y="410275"/>
                      <a:pt x="0" y="0"/>
                    </a:cubicBezTo>
                  </a:path>
                </a:pathLst>
              </a:custGeom>
              <a:noFill/>
              <a:ln w="15875" cap="flat">
                <a:solidFill>
                  <a:schemeClr val="bg1">
                    <a:lumMod val="9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1" name="Freeform: Shape 193">
                <a:extLst>
                  <a:ext uri="{FF2B5EF4-FFF2-40B4-BE49-F238E27FC236}">
                    <a16:creationId xmlns:a16="http://schemas.microsoft.com/office/drawing/2014/main" xmlns="" id="{537A9C8D-83AB-FB2D-A5CB-EB4D623241F8}"/>
                  </a:ext>
                </a:extLst>
              </p:cNvPr>
              <p:cNvSpPr/>
              <p:nvPr/>
            </p:nvSpPr>
            <p:spPr>
              <a:xfrm>
                <a:off x="2487300" y="2863712"/>
                <a:ext cx="667740" cy="667740"/>
              </a:xfrm>
              <a:custGeom>
                <a:avLst/>
                <a:gdLst>
                  <a:gd name="connsiteX0" fmla="*/ 667741 w 667740"/>
                  <a:gd name="connsiteY0" fmla="*/ 667741 h 667740"/>
                  <a:gd name="connsiteX1" fmla="*/ 0 w 667740"/>
                  <a:gd name="connsiteY1" fmla="*/ 0 h 6677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67740" h="667740">
                    <a:moveTo>
                      <a:pt x="667741" y="667741"/>
                    </a:moveTo>
                    <a:cubicBezTo>
                      <a:pt x="298888" y="667741"/>
                      <a:pt x="0" y="368737"/>
                      <a:pt x="0" y="0"/>
                    </a:cubicBezTo>
                  </a:path>
                </a:pathLst>
              </a:custGeom>
              <a:noFill/>
              <a:ln w="15875" cap="flat">
                <a:solidFill>
                  <a:schemeClr val="bg1">
                    <a:lumMod val="9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2" name="Freeform: Shape 194">
                <a:extLst>
                  <a:ext uri="{FF2B5EF4-FFF2-40B4-BE49-F238E27FC236}">
                    <a16:creationId xmlns:a16="http://schemas.microsoft.com/office/drawing/2014/main" xmlns="" id="{36C5D27B-7315-1AC3-F924-47918C2F919D}"/>
                  </a:ext>
                </a:extLst>
              </p:cNvPr>
              <p:cNvSpPr/>
              <p:nvPr/>
            </p:nvSpPr>
            <p:spPr>
              <a:xfrm>
                <a:off x="2562254" y="2863712"/>
                <a:ext cx="592786" cy="592786"/>
              </a:xfrm>
              <a:custGeom>
                <a:avLst/>
                <a:gdLst>
                  <a:gd name="connsiteX0" fmla="*/ 592786 w 592786"/>
                  <a:gd name="connsiteY0" fmla="*/ 592787 h 592786"/>
                  <a:gd name="connsiteX1" fmla="*/ 0 w 592786"/>
                  <a:gd name="connsiteY1" fmla="*/ 0 h 5927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92786" h="592786">
                    <a:moveTo>
                      <a:pt x="592786" y="592787"/>
                    </a:moveTo>
                    <a:cubicBezTo>
                      <a:pt x="265356" y="592787"/>
                      <a:pt x="0" y="327431"/>
                      <a:pt x="0" y="0"/>
                    </a:cubicBezTo>
                  </a:path>
                </a:pathLst>
              </a:custGeom>
              <a:noFill/>
              <a:ln w="15875" cap="flat">
                <a:solidFill>
                  <a:schemeClr val="bg1">
                    <a:lumMod val="9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3" name="Freeform: Shape 195">
                <a:extLst>
                  <a:ext uri="{FF2B5EF4-FFF2-40B4-BE49-F238E27FC236}">
                    <a16:creationId xmlns:a16="http://schemas.microsoft.com/office/drawing/2014/main" xmlns="" id="{C1158D89-7A2B-6F20-07B8-06CE36DEFCDE}"/>
                  </a:ext>
                </a:extLst>
              </p:cNvPr>
              <p:cNvSpPr/>
              <p:nvPr/>
            </p:nvSpPr>
            <p:spPr>
              <a:xfrm>
                <a:off x="2637324" y="2863712"/>
                <a:ext cx="517716" cy="517716"/>
              </a:xfrm>
              <a:custGeom>
                <a:avLst/>
                <a:gdLst>
                  <a:gd name="connsiteX0" fmla="*/ 517716 w 517716"/>
                  <a:gd name="connsiteY0" fmla="*/ 517716 h 517716"/>
                  <a:gd name="connsiteX1" fmla="*/ 0 w 517716"/>
                  <a:gd name="connsiteY1" fmla="*/ 0 h 517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17716" h="517716">
                    <a:moveTo>
                      <a:pt x="517716" y="517716"/>
                    </a:moveTo>
                    <a:cubicBezTo>
                      <a:pt x="231708" y="517716"/>
                      <a:pt x="0" y="285893"/>
                      <a:pt x="0" y="0"/>
                    </a:cubicBezTo>
                  </a:path>
                </a:pathLst>
              </a:custGeom>
              <a:noFill/>
              <a:ln w="15875" cap="flat">
                <a:solidFill>
                  <a:schemeClr val="bg1">
                    <a:lumMod val="9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5" name="Graphic 86">
              <a:extLst>
                <a:ext uri="{FF2B5EF4-FFF2-40B4-BE49-F238E27FC236}">
                  <a16:creationId xmlns:a16="http://schemas.microsoft.com/office/drawing/2014/main" xmlns="" id="{184FCB2C-3555-9525-CD56-159FB726D510}"/>
                </a:ext>
              </a:extLst>
            </p:cNvPr>
            <p:cNvGrpSpPr/>
            <p:nvPr/>
          </p:nvGrpSpPr>
          <p:grpSpPr>
            <a:xfrm rot="10800000" flipH="1" flipV="1">
              <a:off x="2201249" y="-17063"/>
              <a:ext cx="450072" cy="2833287"/>
              <a:chOff x="2187252" y="1413827"/>
              <a:chExt cx="450072" cy="1449884"/>
            </a:xfrm>
          </p:grpSpPr>
          <p:sp>
            <p:nvSpPr>
              <p:cNvPr id="20" name="Freeform: Shape 182">
                <a:extLst>
                  <a:ext uri="{FF2B5EF4-FFF2-40B4-BE49-F238E27FC236}">
                    <a16:creationId xmlns:a16="http://schemas.microsoft.com/office/drawing/2014/main" xmlns="" id="{E9F6C6B6-0F3B-6FBA-2E41-7CC507F5ADC2}"/>
                  </a:ext>
                </a:extLst>
              </p:cNvPr>
              <p:cNvSpPr/>
              <p:nvPr/>
            </p:nvSpPr>
            <p:spPr>
              <a:xfrm>
                <a:off x="2187252" y="1413827"/>
                <a:ext cx="11602" cy="1449884"/>
              </a:xfrm>
              <a:custGeom>
                <a:avLst/>
                <a:gdLst>
                  <a:gd name="connsiteX0" fmla="*/ 0 w 11602"/>
                  <a:gd name="connsiteY0" fmla="*/ 1449885 h 1449884"/>
                  <a:gd name="connsiteX1" fmla="*/ 0 w 11602"/>
                  <a:gd name="connsiteY1" fmla="*/ 0 h 1449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602" h="1449884">
                    <a:moveTo>
                      <a:pt x="0" y="1449885"/>
                    </a:moveTo>
                    <a:lnTo>
                      <a:pt x="0" y="0"/>
                    </a:lnTo>
                  </a:path>
                </a:pathLst>
              </a:custGeom>
              <a:ln w="15875" cap="flat">
                <a:solidFill>
                  <a:schemeClr val="bg1">
                    <a:lumMod val="9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1" name="Freeform: Shape 183">
                <a:extLst>
                  <a:ext uri="{FF2B5EF4-FFF2-40B4-BE49-F238E27FC236}">
                    <a16:creationId xmlns:a16="http://schemas.microsoft.com/office/drawing/2014/main" xmlns="" id="{814FE19A-FE07-B922-466E-591C45B747B7}"/>
                  </a:ext>
                </a:extLst>
              </p:cNvPr>
              <p:cNvSpPr/>
              <p:nvPr/>
            </p:nvSpPr>
            <p:spPr>
              <a:xfrm>
                <a:off x="2262322" y="1413827"/>
                <a:ext cx="11602" cy="1449884"/>
              </a:xfrm>
              <a:custGeom>
                <a:avLst/>
                <a:gdLst>
                  <a:gd name="connsiteX0" fmla="*/ 0 w 11602"/>
                  <a:gd name="connsiteY0" fmla="*/ 1449885 h 1449884"/>
                  <a:gd name="connsiteX1" fmla="*/ 0 w 11602"/>
                  <a:gd name="connsiteY1" fmla="*/ 0 h 1449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602" h="1449884">
                    <a:moveTo>
                      <a:pt x="0" y="1449885"/>
                    </a:moveTo>
                    <a:lnTo>
                      <a:pt x="0" y="0"/>
                    </a:lnTo>
                  </a:path>
                </a:pathLst>
              </a:custGeom>
              <a:ln w="15875" cap="flat">
                <a:solidFill>
                  <a:schemeClr val="bg1">
                    <a:lumMod val="9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2" name="Freeform: Shape 184">
                <a:extLst>
                  <a:ext uri="{FF2B5EF4-FFF2-40B4-BE49-F238E27FC236}">
                    <a16:creationId xmlns:a16="http://schemas.microsoft.com/office/drawing/2014/main" xmlns="" id="{8CAF087B-2CD3-398D-4035-B52A41D7270C}"/>
                  </a:ext>
                </a:extLst>
              </p:cNvPr>
              <p:cNvSpPr/>
              <p:nvPr/>
            </p:nvSpPr>
            <p:spPr>
              <a:xfrm>
                <a:off x="2337276" y="1413827"/>
                <a:ext cx="11602" cy="1449884"/>
              </a:xfrm>
              <a:custGeom>
                <a:avLst/>
                <a:gdLst>
                  <a:gd name="connsiteX0" fmla="*/ 0 w 11602"/>
                  <a:gd name="connsiteY0" fmla="*/ 1449885 h 1449884"/>
                  <a:gd name="connsiteX1" fmla="*/ 0 w 11602"/>
                  <a:gd name="connsiteY1" fmla="*/ 0 h 1449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602" h="1449884">
                    <a:moveTo>
                      <a:pt x="0" y="1449885"/>
                    </a:moveTo>
                    <a:lnTo>
                      <a:pt x="0" y="0"/>
                    </a:lnTo>
                  </a:path>
                </a:pathLst>
              </a:custGeom>
              <a:ln w="15875" cap="flat">
                <a:solidFill>
                  <a:schemeClr val="bg1">
                    <a:lumMod val="9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3" name="Freeform: Shape 185">
                <a:extLst>
                  <a:ext uri="{FF2B5EF4-FFF2-40B4-BE49-F238E27FC236}">
                    <a16:creationId xmlns:a16="http://schemas.microsoft.com/office/drawing/2014/main" xmlns="" id="{D6C779BF-4162-70B3-5539-799C9ECB5DBC}"/>
                  </a:ext>
                </a:extLst>
              </p:cNvPr>
              <p:cNvSpPr/>
              <p:nvPr/>
            </p:nvSpPr>
            <p:spPr>
              <a:xfrm>
                <a:off x="2412346" y="1413827"/>
                <a:ext cx="11602" cy="1449884"/>
              </a:xfrm>
              <a:custGeom>
                <a:avLst/>
                <a:gdLst>
                  <a:gd name="connsiteX0" fmla="*/ 0 w 11602"/>
                  <a:gd name="connsiteY0" fmla="*/ 1449885 h 1449884"/>
                  <a:gd name="connsiteX1" fmla="*/ 0 w 11602"/>
                  <a:gd name="connsiteY1" fmla="*/ 0 h 1449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602" h="1449884">
                    <a:moveTo>
                      <a:pt x="0" y="1449885"/>
                    </a:moveTo>
                    <a:lnTo>
                      <a:pt x="0" y="0"/>
                    </a:lnTo>
                  </a:path>
                </a:pathLst>
              </a:custGeom>
              <a:ln w="15875" cap="flat">
                <a:solidFill>
                  <a:schemeClr val="bg1">
                    <a:lumMod val="9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4" name="Freeform: Shape 186">
                <a:extLst>
                  <a:ext uri="{FF2B5EF4-FFF2-40B4-BE49-F238E27FC236}">
                    <a16:creationId xmlns:a16="http://schemas.microsoft.com/office/drawing/2014/main" xmlns="" id="{CC960BF4-4CC7-E51F-1627-EA4B73B60616}"/>
                  </a:ext>
                </a:extLst>
              </p:cNvPr>
              <p:cNvSpPr/>
              <p:nvPr/>
            </p:nvSpPr>
            <p:spPr>
              <a:xfrm>
                <a:off x="2487300" y="1413827"/>
                <a:ext cx="11602" cy="1449884"/>
              </a:xfrm>
              <a:custGeom>
                <a:avLst/>
                <a:gdLst>
                  <a:gd name="connsiteX0" fmla="*/ 0 w 11602"/>
                  <a:gd name="connsiteY0" fmla="*/ 1449885 h 1449884"/>
                  <a:gd name="connsiteX1" fmla="*/ 0 w 11602"/>
                  <a:gd name="connsiteY1" fmla="*/ 0 h 1449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602" h="1449884">
                    <a:moveTo>
                      <a:pt x="0" y="1449885"/>
                    </a:moveTo>
                    <a:lnTo>
                      <a:pt x="0" y="0"/>
                    </a:lnTo>
                  </a:path>
                </a:pathLst>
              </a:custGeom>
              <a:ln w="15875" cap="flat">
                <a:solidFill>
                  <a:schemeClr val="bg1">
                    <a:lumMod val="9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5" name="Freeform: Shape 187">
                <a:extLst>
                  <a:ext uri="{FF2B5EF4-FFF2-40B4-BE49-F238E27FC236}">
                    <a16:creationId xmlns:a16="http://schemas.microsoft.com/office/drawing/2014/main" xmlns="" id="{67A18455-E019-3B20-0651-75A677966419}"/>
                  </a:ext>
                </a:extLst>
              </p:cNvPr>
              <p:cNvSpPr/>
              <p:nvPr/>
            </p:nvSpPr>
            <p:spPr>
              <a:xfrm>
                <a:off x="2562370" y="1413827"/>
                <a:ext cx="11602" cy="1449884"/>
              </a:xfrm>
              <a:custGeom>
                <a:avLst/>
                <a:gdLst>
                  <a:gd name="connsiteX0" fmla="*/ 0 w 11602"/>
                  <a:gd name="connsiteY0" fmla="*/ 1449885 h 1449884"/>
                  <a:gd name="connsiteX1" fmla="*/ 0 w 11602"/>
                  <a:gd name="connsiteY1" fmla="*/ 0 h 1449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602" h="1449884">
                    <a:moveTo>
                      <a:pt x="0" y="1449885"/>
                    </a:moveTo>
                    <a:lnTo>
                      <a:pt x="0" y="0"/>
                    </a:lnTo>
                  </a:path>
                </a:pathLst>
              </a:custGeom>
              <a:ln w="15875" cap="flat">
                <a:solidFill>
                  <a:schemeClr val="bg1">
                    <a:lumMod val="9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6" name="Freeform: Shape 188">
                <a:extLst>
                  <a:ext uri="{FF2B5EF4-FFF2-40B4-BE49-F238E27FC236}">
                    <a16:creationId xmlns:a16="http://schemas.microsoft.com/office/drawing/2014/main" xmlns="" id="{E7ADD02A-C1C9-D91B-7AA2-AB5B3D8A1D14}"/>
                  </a:ext>
                </a:extLst>
              </p:cNvPr>
              <p:cNvSpPr/>
              <p:nvPr/>
            </p:nvSpPr>
            <p:spPr>
              <a:xfrm>
                <a:off x="2637324" y="1413827"/>
                <a:ext cx="11602" cy="1449884"/>
              </a:xfrm>
              <a:custGeom>
                <a:avLst/>
                <a:gdLst>
                  <a:gd name="connsiteX0" fmla="*/ 0 w 11602"/>
                  <a:gd name="connsiteY0" fmla="*/ 1449885 h 1449884"/>
                  <a:gd name="connsiteX1" fmla="*/ 0 w 11602"/>
                  <a:gd name="connsiteY1" fmla="*/ 0 h 1449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602" h="1449884">
                    <a:moveTo>
                      <a:pt x="0" y="1449885"/>
                    </a:moveTo>
                    <a:lnTo>
                      <a:pt x="0" y="0"/>
                    </a:lnTo>
                  </a:path>
                </a:pathLst>
              </a:custGeom>
              <a:ln w="15875" cap="flat">
                <a:solidFill>
                  <a:schemeClr val="bg1">
                    <a:lumMod val="9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6" name="Graphic 86">
              <a:extLst>
                <a:ext uri="{FF2B5EF4-FFF2-40B4-BE49-F238E27FC236}">
                  <a16:creationId xmlns:a16="http://schemas.microsoft.com/office/drawing/2014/main" xmlns="" id="{1237437A-EFF5-D070-D4E8-63F71E4066DE}"/>
                </a:ext>
              </a:extLst>
            </p:cNvPr>
            <p:cNvGrpSpPr/>
            <p:nvPr/>
          </p:nvGrpSpPr>
          <p:grpSpPr>
            <a:xfrm rot="5400000" flipH="1" flipV="1">
              <a:off x="3487107" y="2967148"/>
              <a:ext cx="450072" cy="1110114"/>
              <a:chOff x="2187252" y="1413827"/>
              <a:chExt cx="450072" cy="1449884"/>
            </a:xfrm>
          </p:grpSpPr>
          <p:sp>
            <p:nvSpPr>
              <p:cNvPr id="7" name="Freeform: Shape 175">
                <a:extLst>
                  <a:ext uri="{FF2B5EF4-FFF2-40B4-BE49-F238E27FC236}">
                    <a16:creationId xmlns:a16="http://schemas.microsoft.com/office/drawing/2014/main" xmlns="" id="{8612B264-9C55-E62A-F979-CD215AE48193}"/>
                  </a:ext>
                </a:extLst>
              </p:cNvPr>
              <p:cNvSpPr/>
              <p:nvPr/>
            </p:nvSpPr>
            <p:spPr>
              <a:xfrm>
                <a:off x="2187252" y="1413827"/>
                <a:ext cx="11602" cy="1449884"/>
              </a:xfrm>
              <a:custGeom>
                <a:avLst/>
                <a:gdLst>
                  <a:gd name="connsiteX0" fmla="*/ 0 w 11602"/>
                  <a:gd name="connsiteY0" fmla="*/ 1449885 h 1449884"/>
                  <a:gd name="connsiteX1" fmla="*/ 0 w 11602"/>
                  <a:gd name="connsiteY1" fmla="*/ 0 h 1449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602" h="1449884">
                    <a:moveTo>
                      <a:pt x="0" y="1449885"/>
                    </a:moveTo>
                    <a:lnTo>
                      <a:pt x="0" y="0"/>
                    </a:lnTo>
                  </a:path>
                </a:pathLst>
              </a:custGeom>
              <a:ln w="15875" cap="flat">
                <a:solidFill>
                  <a:schemeClr val="bg1">
                    <a:lumMod val="9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" name="Freeform: Shape 176">
                <a:extLst>
                  <a:ext uri="{FF2B5EF4-FFF2-40B4-BE49-F238E27FC236}">
                    <a16:creationId xmlns:a16="http://schemas.microsoft.com/office/drawing/2014/main" xmlns="" id="{EF78DAC5-C44F-4DF2-E913-5B4A01E9C1A0}"/>
                  </a:ext>
                </a:extLst>
              </p:cNvPr>
              <p:cNvSpPr/>
              <p:nvPr/>
            </p:nvSpPr>
            <p:spPr>
              <a:xfrm>
                <a:off x="2262322" y="1413827"/>
                <a:ext cx="11602" cy="1449884"/>
              </a:xfrm>
              <a:custGeom>
                <a:avLst/>
                <a:gdLst>
                  <a:gd name="connsiteX0" fmla="*/ 0 w 11602"/>
                  <a:gd name="connsiteY0" fmla="*/ 1449885 h 1449884"/>
                  <a:gd name="connsiteX1" fmla="*/ 0 w 11602"/>
                  <a:gd name="connsiteY1" fmla="*/ 0 h 1449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602" h="1449884">
                    <a:moveTo>
                      <a:pt x="0" y="1449885"/>
                    </a:moveTo>
                    <a:lnTo>
                      <a:pt x="0" y="0"/>
                    </a:lnTo>
                  </a:path>
                </a:pathLst>
              </a:custGeom>
              <a:ln w="15875" cap="flat">
                <a:solidFill>
                  <a:schemeClr val="bg1">
                    <a:lumMod val="9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9" name="Freeform: Shape 177">
                <a:extLst>
                  <a:ext uri="{FF2B5EF4-FFF2-40B4-BE49-F238E27FC236}">
                    <a16:creationId xmlns:a16="http://schemas.microsoft.com/office/drawing/2014/main" xmlns="" id="{1D990EE1-744A-5A3E-9207-B59D6841D198}"/>
                  </a:ext>
                </a:extLst>
              </p:cNvPr>
              <p:cNvSpPr/>
              <p:nvPr/>
            </p:nvSpPr>
            <p:spPr>
              <a:xfrm>
                <a:off x="2337276" y="1413827"/>
                <a:ext cx="11602" cy="1449884"/>
              </a:xfrm>
              <a:custGeom>
                <a:avLst/>
                <a:gdLst>
                  <a:gd name="connsiteX0" fmla="*/ 0 w 11602"/>
                  <a:gd name="connsiteY0" fmla="*/ 1449885 h 1449884"/>
                  <a:gd name="connsiteX1" fmla="*/ 0 w 11602"/>
                  <a:gd name="connsiteY1" fmla="*/ 0 h 1449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602" h="1449884">
                    <a:moveTo>
                      <a:pt x="0" y="1449885"/>
                    </a:moveTo>
                    <a:lnTo>
                      <a:pt x="0" y="0"/>
                    </a:lnTo>
                  </a:path>
                </a:pathLst>
              </a:custGeom>
              <a:ln w="15875" cap="flat">
                <a:solidFill>
                  <a:schemeClr val="bg1">
                    <a:lumMod val="9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0" name="Freeform: Shape 178">
                <a:extLst>
                  <a:ext uri="{FF2B5EF4-FFF2-40B4-BE49-F238E27FC236}">
                    <a16:creationId xmlns:a16="http://schemas.microsoft.com/office/drawing/2014/main" xmlns="" id="{7348C2DB-7F6E-859B-0D85-834353677994}"/>
                  </a:ext>
                </a:extLst>
              </p:cNvPr>
              <p:cNvSpPr/>
              <p:nvPr/>
            </p:nvSpPr>
            <p:spPr>
              <a:xfrm>
                <a:off x="2412346" y="1413827"/>
                <a:ext cx="11602" cy="1449884"/>
              </a:xfrm>
              <a:custGeom>
                <a:avLst/>
                <a:gdLst>
                  <a:gd name="connsiteX0" fmla="*/ 0 w 11602"/>
                  <a:gd name="connsiteY0" fmla="*/ 1449885 h 1449884"/>
                  <a:gd name="connsiteX1" fmla="*/ 0 w 11602"/>
                  <a:gd name="connsiteY1" fmla="*/ 0 h 1449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602" h="1449884">
                    <a:moveTo>
                      <a:pt x="0" y="1449885"/>
                    </a:moveTo>
                    <a:lnTo>
                      <a:pt x="0" y="0"/>
                    </a:lnTo>
                  </a:path>
                </a:pathLst>
              </a:custGeom>
              <a:ln w="15875" cap="flat">
                <a:solidFill>
                  <a:schemeClr val="bg1">
                    <a:lumMod val="9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4" name="Freeform: Shape 179">
                <a:extLst>
                  <a:ext uri="{FF2B5EF4-FFF2-40B4-BE49-F238E27FC236}">
                    <a16:creationId xmlns:a16="http://schemas.microsoft.com/office/drawing/2014/main" xmlns="" id="{C5210FE3-AC15-C75B-0800-B7192629B12F}"/>
                  </a:ext>
                </a:extLst>
              </p:cNvPr>
              <p:cNvSpPr/>
              <p:nvPr/>
            </p:nvSpPr>
            <p:spPr>
              <a:xfrm>
                <a:off x="2487300" y="1413827"/>
                <a:ext cx="11602" cy="1449884"/>
              </a:xfrm>
              <a:custGeom>
                <a:avLst/>
                <a:gdLst>
                  <a:gd name="connsiteX0" fmla="*/ 0 w 11602"/>
                  <a:gd name="connsiteY0" fmla="*/ 1449885 h 1449884"/>
                  <a:gd name="connsiteX1" fmla="*/ 0 w 11602"/>
                  <a:gd name="connsiteY1" fmla="*/ 0 h 1449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602" h="1449884">
                    <a:moveTo>
                      <a:pt x="0" y="1449885"/>
                    </a:moveTo>
                    <a:lnTo>
                      <a:pt x="0" y="0"/>
                    </a:lnTo>
                  </a:path>
                </a:pathLst>
              </a:custGeom>
              <a:ln w="15875" cap="flat">
                <a:solidFill>
                  <a:schemeClr val="bg1">
                    <a:lumMod val="9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7" name="Freeform: Shape 180">
                <a:extLst>
                  <a:ext uri="{FF2B5EF4-FFF2-40B4-BE49-F238E27FC236}">
                    <a16:creationId xmlns:a16="http://schemas.microsoft.com/office/drawing/2014/main" xmlns="" id="{8C8FDF21-77B1-B90B-1740-DEBEEE651AE3}"/>
                  </a:ext>
                </a:extLst>
              </p:cNvPr>
              <p:cNvSpPr/>
              <p:nvPr/>
            </p:nvSpPr>
            <p:spPr>
              <a:xfrm>
                <a:off x="2562370" y="1413827"/>
                <a:ext cx="11602" cy="1449884"/>
              </a:xfrm>
              <a:custGeom>
                <a:avLst/>
                <a:gdLst>
                  <a:gd name="connsiteX0" fmla="*/ 0 w 11602"/>
                  <a:gd name="connsiteY0" fmla="*/ 1449885 h 1449884"/>
                  <a:gd name="connsiteX1" fmla="*/ 0 w 11602"/>
                  <a:gd name="connsiteY1" fmla="*/ 0 h 1449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602" h="1449884">
                    <a:moveTo>
                      <a:pt x="0" y="1449885"/>
                    </a:moveTo>
                    <a:lnTo>
                      <a:pt x="0" y="0"/>
                    </a:lnTo>
                  </a:path>
                </a:pathLst>
              </a:custGeom>
              <a:ln w="15875" cap="flat">
                <a:solidFill>
                  <a:schemeClr val="bg1">
                    <a:lumMod val="9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8" name="Freeform: Shape 181">
                <a:extLst>
                  <a:ext uri="{FF2B5EF4-FFF2-40B4-BE49-F238E27FC236}">
                    <a16:creationId xmlns:a16="http://schemas.microsoft.com/office/drawing/2014/main" xmlns="" id="{9327801A-7EA8-9B24-D7B8-7470509D5B0B}"/>
                  </a:ext>
                </a:extLst>
              </p:cNvPr>
              <p:cNvSpPr/>
              <p:nvPr/>
            </p:nvSpPr>
            <p:spPr>
              <a:xfrm>
                <a:off x="2637324" y="1413827"/>
                <a:ext cx="11602" cy="1449884"/>
              </a:xfrm>
              <a:custGeom>
                <a:avLst/>
                <a:gdLst>
                  <a:gd name="connsiteX0" fmla="*/ 0 w 11602"/>
                  <a:gd name="connsiteY0" fmla="*/ 1449885 h 1449884"/>
                  <a:gd name="connsiteX1" fmla="*/ 0 w 11602"/>
                  <a:gd name="connsiteY1" fmla="*/ 0 h 1449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602" h="1449884">
                    <a:moveTo>
                      <a:pt x="0" y="1449885"/>
                    </a:moveTo>
                    <a:lnTo>
                      <a:pt x="0" y="0"/>
                    </a:lnTo>
                  </a:path>
                </a:pathLst>
              </a:custGeom>
              <a:ln w="15875" cap="flat">
                <a:solidFill>
                  <a:schemeClr val="bg1">
                    <a:lumMod val="9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pic>
        <p:nvPicPr>
          <p:cNvPr id="36" name="Graphic 35">
            <a:extLst>
              <a:ext uri="{FF2B5EF4-FFF2-40B4-BE49-F238E27FC236}">
                <a16:creationId xmlns:a16="http://schemas.microsoft.com/office/drawing/2014/main" xmlns="" id="{E1F3683B-59C1-2BB6-A18F-90C4130578E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4687884" y="4217497"/>
            <a:ext cx="549134" cy="549134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xmlns="" id="{438852F1-9E8E-99E1-6206-C479D75EBD8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876091" y="4166292"/>
            <a:ext cx="651544" cy="651544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xmlns="" id="{EC2A82B4-0323-6407-788F-7787F33742B0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5821433" y="4171317"/>
            <a:ext cx="549134" cy="549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496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alphaModFix amt="3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CasellaDiTesto 32"/>
          <p:cNvSpPr txBox="1"/>
          <p:nvPr userDrawn="1"/>
        </p:nvSpPr>
        <p:spPr>
          <a:xfrm>
            <a:off x="1" y="6469587"/>
            <a:ext cx="15633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solidFill>
                  <a:srgbClr val="1293E3"/>
                </a:solidFill>
                <a:latin typeface="Calibri" panose="020F0502020204030204" pitchFamily="34" charset="0"/>
                <a:ea typeface="Open Sans" charset="0"/>
                <a:cs typeface="Calibri" panose="020F0502020204030204" pitchFamily="34" charset="0"/>
              </a:rPr>
              <a:t>© horse-6g.eu</a:t>
            </a:r>
            <a:endParaRPr lang="it-IT" sz="1200" dirty="0">
              <a:solidFill>
                <a:srgbClr val="1293E3"/>
              </a:solidFill>
              <a:latin typeface="Calibri" panose="020F0502020204030204" pitchFamily="34" charset="0"/>
              <a:ea typeface="Open Sans" charset="0"/>
              <a:cs typeface="Calibri" panose="020F0502020204030204" pitchFamily="34" charset="0"/>
            </a:endParaRPr>
          </a:p>
        </p:txBody>
      </p:sp>
      <p:sp>
        <p:nvSpPr>
          <p:cNvPr id="43" name="Segnaposto titolo 41"/>
          <p:cNvSpPr>
            <a:spLocks noGrp="1"/>
          </p:cNvSpPr>
          <p:nvPr>
            <p:ph type="title"/>
          </p:nvPr>
        </p:nvSpPr>
        <p:spPr>
          <a:xfrm>
            <a:off x="0" y="0"/>
            <a:ext cx="8703425" cy="992601"/>
          </a:xfrm>
          <a:prstGeom prst="rect">
            <a:avLst/>
          </a:prstGeom>
          <a:noFill/>
        </p:spPr>
        <p:txBody>
          <a:bodyPr vert="horz" lIns="36000" tIns="144000" rIns="91440" bIns="108000" rtlCol="0" anchor="ctr">
            <a:noAutofit/>
          </a:bodyPr>
          <a:lstStyle/>
          <a:p>
            <a:r>
              <a:rPr lang="it-IT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053D1FD7-975C-A5A4-0798-23C248D03886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29410" y="-185045"/>
            <a:ext cx="3383815" cy="1490144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xmlns="" id="{AF94DA97-ABB6-9E57-A7C1-E39A5DE0204C}"/>
              </a:ext>
            </a:extLst>
          </p:cNvPr>
          <p:cNvGrpSpPr/>
          <p:nvPr userDrawn="1"/>
        </p:nvGrpSpPr>
        <p:grpSpPr>
          <a:xfrm rot="10800000">
            <a:off x="1565069" y="6393690"/>
            <a:ext cx="10716768" cy="888517"/>
            <a:chOff x="517716" y="3443153"/>
            <a:chExt cx="11674284" cy="967904"/>
          </a:xfrm>
        </p:grpSpPr>
        <p:grpSp>
          <p:nvGrpSpPr>
            <p:cNvPr id="34" name="Graphic 86">
              <a:extLst>
                <a:ext uri="{FF2B5EF4-FFF2-40B4-BE49-F238E27FC236}">
                  <a16:creationId xmlns:a16="http://schemas.microsoft.com/office/drawing/2014/main" xmlns="" id="{93AC707B-891D-74F4-F97F-428C27FF4A71}"/>
                </a:ext>
              </a:extLst>
            </p:cNvPr>
            <p:cNvGrpSpPr/>
            <p:nvPr/>
          </p:nvGrpSpPr>
          <p:grpSpPr>
            <a:xfrm rot="5400000">
              <a:off x="6613716" y="-1167227"/>
              <a:ext cx="450072" cy="10706496"/>
              <a:chOff x="2187252" y="1413827"/>
              <a:chExt cx="450072" cy="1449884"/>
            </a:xfrm>
          </p:grpSpPr>
          <p:sp>
            <p:nvSpPr>
              <p:cNvPr id="44" name="Freeform: Shape 41">
                <a:extLst>
                  <a:ext uri="{FF2B5EF4-FFF2-40B4-BE49-F238E27FC236}">
                    <a16:creationId xmlns:a16="http://schemas.microsoft.com/office/drawing/2014/main" xmlns="" id="{0BC025F1-068C-D02B-DD03-F48839FECAAB}"/>
                  </a:ext>
                </a:extLst>
              </p:cNvPr>
              <p:cNvSpPr/>
              <p:nvPr/>
            </p:nvSpPr>
            <p:spPr>
              <a:xfrm>
                <a:off x="2187252" y="1413827"/>
                <a:ext cx="11602" cy="1449884"/>
              </a:xfrm>
              <a:custGeom>
                <a:avLst/>
                <a:gdLst>
                  <a:gd name="connsiteX0" fmla="*/ 0 w 11602"/>
                  <a:gd name="connsiteY0" fmla="*/ 1449885 h 1449884"/>
                  <a:gd name="connsiteX1" fmla="*/ 0 w 11602"/>
                  <a:gd name="connsiteY1" fmla="*/ 0 h 1449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602" h="1449884">
                    <a:moveTo>
                      <a:pt x="0" y="1449885"/>
                    </a:moveTo>
                    <a:lnTo>
                      <a:pt x="0" y="0"/>
                    </a:lnTo>
                  </a:path>
                </a:pathLst>
              </a:custGeom>
              <a:ln w="15875" cap="flat">
                <a:solidFill>
                  <a:schemeClr val="accent4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Roboto Light" panose="02000000000000000000" pitchFamily="2" charset="0"/>
                </a:endParaRPr>
              </a:p>
            </p:txBody>
          </p:sp>
          <p:sp>
            <p:nvSpPr>
              <p:cNvPr id="45" name="Freeform: Shape 42">
                <a:extLst>
                  <a:ext uri="{FF2B5EF4-FFF2-40B4-BE49-F238E27FC236}">
                    <a16:creationId xmlns:a16="http://schemas.microsoft.com/office/drawing/2014/main" xmlns="" id="{A3E79F01-1D02-8092-0659-B8F44504357F}"/>
                  </a:ext>
                </a:extLst>
              </p:cNvPr>
              <p:cNvSpPr/>
              <p:nvPr/>
            </p:nvSpPr>
            <p:spPr>
              <a:xfrm>
                <a:off x="2262322" y="1413827"/>
                <a:ext cx="11602" cy="1449884"/>
              </a:xfrm>
              <a:custGeom>
                <a:avLst/>
                <a:gdLst>
                  <a:gd name="connsiteX0" fmla="*/ 0 w 11602"/>
                  <a:gd name="connsiteY0" fmla="*/ 1449885 h 1449884"/>
                  <a:gd name="connsiteX1" fmla="*/ 0 w 11602"/>
                  <a:gd name="connsiteY1" fmla="*/ 0 h 1449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602" h="1449884">
                    <a:moveTo>
                      <a:pt x="0" y="1449885"/>
                    </a:moveTo>
                    <a:lnTo>
                      <a:pt x="0" y="0"/>
                    </a:lnTo>
                  </a:path>
                </a:pathLst>
              </a:custGeom>
              <a:ln w="15875" cap="flat">
                <a:solidFill>
                  <a:schemeClr val="accent4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Roboto Light" panose="02000000000000000000" pitchFamily="2" charset="0"/>
                </a:endParaRPr>
              </a:p>
            </p:txBody>
          </p:sp>
          <p:sp>
            <p:nvSpPr>
              <p:cNvPr id="46" name="Freeform: Shape 43">
                <a:extLst>
                  <a:ext uri="{FF2B5EF4-FFF2-40B4-BE49-F238E27FC236}">
                    <a16:creationId xmlns:a16="http://schemas.microsoft.com/office/drawing/2014/main" xmlns="" id="{F8D36945-6DCD-D92F-B916-B227A9E1C9FA}"/>
                  </a:ext>
                </a:extLst>
              </p:cNvPr>
              <p:cNvSpPr/>
              <p:nvPr/>
            </p:nvSpPr>
            <p:spPr>
              <a:xfrm>
                <a:off x="2337276" y="1413827"/>
                <a:ext cx="11602" cy="1449884"/>
              </a:xfrm>
              <a:custGeom>
                <a:avLst/>
                <a:gdLst>
                  <a:gd name="connsiteX0" fmla="*/ 0 w 11602"/>
                  <a:gd name="connsiteY0" fmla="*/ 1449885 h 1449884"/>
                  <a:gd name="connsiteX1" fmla="*/ 0 w 11602"/>
                  <a:gd name="connsiteY1" fmla="*/ 0 h 1449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602" h="1449884">
                    <a:moveTo>
                      <a:pt x="0" y="1449885"/>
                    </a:moveTo>
                    <a:lnTo>
                      <a:pt x="0" y="0"/>
                    </a:lnTo>
                  </a:path>
                </a:pathLst>
              </a:custGeom>
              <a:ln w="15875" cap="flat">
                <a:solidFill>
                  <a:schemeClr val="accent4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Roboto Light" panose="02000000000000000000" pitchFamily="2" charset="0"/>
                </a:endParaRPr>
              </a:p>
            </p:txBody>
          </p:sp>
          <p:sp>
            <p:nvSpPr>
              <p:cNvPr id="47" name="Freeform: Shape 44">
                <a:extLst>
                  <a:ext uri="{FF2B5EF4-FFF2-40B4-BE49-F238E27FC236}">
                    <a16:creationId xmlns:a16="http://schemas.microsoft.com/office/drawing/2014/main" xmlns="" id="{A6B69826-B8C1-8D1F-107E-703B8EBA9A09}"/>
                  </a:ext>
                </a:extLst>
              </p:cNvPr>
              <p:cNvSpPr/>
              <p:nvPr/>
            </p:nvSpPr>
            <p:spPr>
              <a:xfrm>
                <a:off x="2412346" y="1413827"/>
                <a:ext cx="11602" cy="1449884"/>
              </a:xfrm>
              <a:custGeom>
                <a:avLst/>
                <a:gdLst>
                  <a:gd name="connsiteX0" fmla="*/ 0 w 11602"/>
                  <a:gd name="connsiteY0" fmla="*/ 1449885 h 1449884"/>
                  <a:gd name="connsiteX1" fmla="*/ 0 w 11602"/>
                  <a:gd name="connsiteY1" fmla="*/ 0 h 1449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602" h="1449884">
                    <a:moveTo>
                      <a:pt x="0" y="1449885"/>
                    </a:moveTo>
                    <a:lnTo>
                      <a:pt x="0" y="0"/>
                    </a:lnTo>
                  </a:path>
                </a:pathLst>
              </a:custGeom>
              <a:ln w="15875" cap="flat">
                <a:solidFill>
                  <a:schemeClr val="accent4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Roboto Light" panose="02000000000000000000" pitchFamily="2" charset="0"/>
                </a:endParaRPr>
              </a:p>
            </p:txBody>
          </p:sp>
          <p:sp>
            <p:nvSpPr>
              <p:cNvPr id="48" name="Freeform: Shape 45">
                <a:extLst>
                  <a:ext uri="{FF2B5EF4-FFF2-40B4-BE49-F238E27FC236}">
                    <a16:creationId xmlns:a16="http://schemas.microsoft.com/office/drawing/2014/main" xmlns="" id="{9D54CBB1-5719-FAFE-3468-90B3E011336B}"/>
                  </a:ext>
                </a:extLst>
              </p:cNvPr>
              <p:cNvSpPr/>
              <p:nvPr/>
            </p:nvSpPr>
            <p:spPr>
              <a:xfrm>
                <a:off x="2487300" y="1413827"/>
                <a:ext cx="11602" cy="1449884"/>
              </a:xfrm>
              <a:custGeom>
                <a:avLst/>
                <a:gdLst>
                  <a:gd name="connsiteX0" fmla="*/ 0 w 11602"/>
                  <a:gd name="connsiteY0" fmla="*/ 1449885 h 1449884"/>
                  <a:gd name="connsiteX1" fmla="*/ 0 w 11602"/>
                  <a:gd name="connsiteY1" fmla="*/ 0 h 1449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602" h="1449884">
                    <a:moveTo>
                      <a:pt x="0" y="1449885"/>
                    </a:moveTo>
                    <a:lnTo>
                      <a:pt x="0" y="0"/>
                    </a:lnTo>
                  </a:path>
                </a:pathLst>
              </a:custGeom>
              <a:ln w="15875" cap="flat">
                <a:solidFill>
                  <a:schemeClr val="accent4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Roboto Light" panose="02000000000000000000" pitchFamily="2" charset="0"/>
                </a:endParaRPr>
              </a:p>
            </p:txBody>
          </p:sp>
          <p:sp>
            <p:nvSpPr>
              <p:cNvPr id="49" name="Freeform: Shape 46">
                <a:extLst>
                  <a:ext uri="{FF2B5EF4-FFF2-40B4-BE49-F238E27FC236}">
                    <a16:creationId xmlns:a16="http://schemas.microsoft.com/office/drawing/2014/main" xmlns="" id="{5EE422DB-E1FB-AAF3-91DE-ED03CE814956}"/>
                  </a:ext>
                </a:extLst>
              </p:cNvPr>
              <p:cNvSpPr/>
              <p:nvPr/>
            </p:nvSpPr>
            <p:spPr>
              <a:xfrm>
                <a:off x="2562370" y="1413827"/>
                <a:ext cx="11602" cy="1449884"/>
              </a:xfrm>
              <a:custGeom>
                <a:avLst/>
                <a:gdLst>
                  <a:gd name="connsiteX0" fmla="*/ 0 w 11602"/>
                  <a:gd name="connsiteY0" fmla="*/ 1449885 h 1449884"/>
                  <a:gd name="connsiteX1" fmla="*/ 0 w 11602"/>
                  <a:gd name="connsiteY1" fmla="*/ 0 h 1449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602" h="1449884">
                    <a:moveTo>
                      <a:pt x="0" y="1449885"/>
                    </a:moveTo>
                    <a:lnTo>
                      <a:pt x="0" y="0"/>
                    </a:lnTo>
                  </a:path>
                </a:pathLst>
              </a:custGeom>
              <a:ln w="15875" cap="flat">
                <a:solidFill>
                  <a:schemeClr val="accent4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Roboto Light" panose="02000000000000000000" pitchFamily="2" charset="0"/>
                </a:endParaRPr>
              </a:p>
            </p:txBody>
          </p:sp>
          <p:sp>
            <p:nvSpPr>
              <p:cNvPr id="50" name="Freeform: Shape 47">
                <a:extLst>
                  <a:ext uri="{FF2B5EF4-FFF2-40B4-BE49-F238E27FC236}">
                    <a16:creationId xmlns:a16="http://schemas.microsoft.com/office/drawing/2014/main" xmlns="" id="{52600EE0-C67C-26FD-9869-DCFA736B47A1}"/>
                  </a:ext>
                </a:extLst>
              </p:cNvPr>
              <p:cNvSpPr/>
              <p:nvPr/>
            </p:nvSpPr>
            <p:spPr>
              <a:xfrm>
                <a:off x="2637324" y="1413827"/>
                <a:ext cx="11602" cy="1449884"/>
              </a:xfrm>
              <a:custGeom>
                <a:avLst/>
                <a:gdLst>
                  <a:gd name="connsiteX0" fmla="*/ 0 w 11602"/>
                  <a:gd name="connsiteY0" fmla="*/ 1449885 h 1449884"/>
                  <a:gd name="connsiteX1" fmla="*/ 0 w 11602"/>
                  <a:gd name="connsiteY1" fmla="*/ 0 h 1449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602" h="1449884">
                    <a:moveTo>
                      <a:pt x="0" y="1449885"/>
                    </a:moveTo>
                    <a:lnTo>
                      <a:pt x="0" y="0"/>
                    </a:lnTo>
                  </a:path>
                </a:pathLst>
              </a:custGeom>
              <a:ln w="15875" cap="flat">
                <a:solidFill>
                  <a:schemeClr val="accent4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Roboto Light" panose="02000000000000000000" pitchFamily="2" charset="0"/>
                </a:endParaRPr>
              </a:p>
            </p:txBody>
          </p:sp>
        </p:grpSp>
        <p:grpSp>
          <p:nvGrpSpPr>
            <p:cNvPr id="35" name="Graphic 86">
              <a:extLst>
                <a:ext uri="{FF2B5EF4-FFF2-40B4-BE49-F238E27FC236}">
                  <a16:creationId xmlns:a16="http://schemas.microsoft.com/office/drawing/2014/main" xmlns="" id="{17C9656C-8B46-5A44-9C4B-161CA4759736}"/>
                </a:ext>
              </a:extLst>
            </p:cNvPr>
            <p:cNvGrpSpPr/>
            <p:nvPr/>
          </p:nvGrpSpPr>
          <p:grpSpPr>
            <a:xfrm rot="10800000" flipH="1" flipV="1">
              <a:off x="517716" y="3443153"/>
              <a:ext cx="967788" cy="967904"/>
              <a:chOff x="2187252" y="2863596"/>
              <a:chExt cx="967788" cy="967904"/>
            </a:xfrm>
            <a:noFill/>
          </p:grpSpPr>
          <p:sp>
            <p:nvSpPr>
              <p:cNvPr id="36" name="Freeform: Shape 49">
                <a:extLst>
                  <a:ext uri="{FF2B5EF4-FFF2-40B4-BE49-F238E27FC236}">
                    <a16:creationId xmlns:a16="http://schemas.microsoft.com/office/drawing/2014/main" xmlns="" id="{55AA22A5-848D-45AD-9ABF-1FE9CD6E541E}"/>
                  </a:ext>
                </a:extLst>
              </p:cNvPr>
              <p:cNvSpPr/>
              <p:nvPr/>
            </p:nvSpPr>
            <p:spPr>
              <a:xfrm>
                <a:off x="2187252" y="2863712"/>
                <a:ext cx="967788" cy="967788"/>
              </a:xfrm>
              <a:custGeom>
                <a:avLst/>
                <a:gdLst>
                  <a:gd name="connsiteX0" fmla="*/ 967789 w 967788"/>
                  <a:gd name="connsiteY0" fmla="*/ 967789 h 967788"/>
                  <a:gd name="connsiteX1" fmla="*/ 0 w 967788"/>
                  <a:gd name="connsiteY1" fmla="*/ 0 h 967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67788" h="967788">
                    <a:moveTo>
                      <a:pt x="967789" y="967789"/>
                    </a:moveTo>
                    <a:cubicBezTo>
                      <a:pt x="433248" y="967789"/>
                      <a:pt x="0" y="534541"/>
                      <a:pt x="0" y="0"/>
                    </a:cubicBezTo>
                  </a:path>
                </a:pathLst>
              </a:custGeom>
              <a:noFill/>
              <a:ln w="15875" cap="flat">
                <a:solidFill>
                  <a:schemeClr val="accent4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Roboto Light" panose="02000000000000000000" pitchFamily="2" charset="0"/>
                </a:endParaRPr>
              </a:p>
            </p:txBody>
          </p:sp>
          <p:sp>
            <p:nvSpPr>
              <p:cNvPr id="37" name="Freeform: Shape 50">
                <a:extLst>
                  <a:ext uri="{FF2B5EF4-FFF2-40B4-BE49-F238E27FC236}">
                    <a16:creationId xmlns:a16="http://schemas.microsoft.com/office/drawing/2014/main" xmlns="" id="{0B18C3D1-722F-FDEF-0917-BA8F7A13434D}"/>
                  </a:ext>
                </a:extLst>
              </p:cNvPr>
              <p:cNvSpPr/>
              <p:nvPr/>
            </p:nvSpPr>
            <p:spPr>
              <a:xfrm>
                <a:off x="2262206" y="2863596"/>
                <a:ext cx="892834" cy="892834"/>
              </a:xfrm>
              <a:custGeom>
                <a:avLst/>
                <a:gdLst>
                  <a:gd name="connsiteX0" fmla="*/ 892835 w 892834"/>
                  <a:gd name="connsiteY0" fmla="*/ 892835 h 892834"/>
                  <a:gd name="connsiteX1" fmla="*/ 0 w 892834"/>
                  <a:gd name="connsiteY1" fmla="*/ 0 h 8928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92834" h="892834">
                    <a:moveTo>
                      <a:pt x="892835" y="892835"/>
                    </a:moveTo>
                    <a:cubicBezTo>
                      <a:pt x="399716" y="892835"/>
                      <a:pt x="0" y="493119"/>
                      <a:pt x="0" y="0"/>
                    </a:cubicBezTo>
                  </a:path>
                </a:pathLst>
              </a:custGeom>
              <a:noFill/>
              <a:ln w="15875" cap="flat">
                <a:solidFill>
                  <a:schemeClr val="accent4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Roboto Light" panose="02000000000000000000" pitchFamily="2" charset="0"/>
                </a:endParaRPr>
              </a:p>
            </p:txBody>
          </p:sp>
          <p:sp>
            <p:nvSpPr>
              <p:cNvPr id="38" name="Freeform: Shape 51">
                <a:extLst>
                  <a:ext uri="{FF2B5EF4-FFF2-40B4-BE49-F238E27FC236}">
                    <a16:creationId xmlns:a16="http://schemas.microsoft.com/office/drawing/2014/main" xmlns="" id="{0EECD296-9085-0144-D6BE-102FA4EDC692}"/>
                  </a:ext>
                </a:extLst>
              </p:cNvPr>
              <p:cNvSpPr/>
              <p:nvPr/>
            </p:nvSpPr>
            <p:spPr>
              <a:xfrm>
                <a:off x="2337276" y="2863712"/>
                <a:ext cx="817764" cy="817764"/>
              </a:xfrm>
              <a:custGeom>
                <a:avLst/>
                <a:gdLst>
                  <a:gd name="connsiteX0" fmla="*/ 817765 w 817764"/>
                  <a:gd name="connsiteY0" fmla="*/ 817765 h 817764"/>
                  <a:gd name="connsiteX1" fmla="*/ 0 w 817764"/>
                  <a:gd name="connsiteY1" fmla="*/ 0 h 817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17764" h="817764">
                    <a:moveTo>
                      <a:pt x="817765" y="817765"/>
                    </a:moveTo>
                    <a:cubicBezTo>
                      <a:pt x="366068" y="817765"/>
                      <a:pt x="0" y="451581"/>
                      <a:pt x="0" y="0"/>
                    </a:cubicBezTo>
                  </a:path>
                </a:pathLst>
              </a:custGeom>
              <a:noFill/>
              <a:ln w="15875" cap="flat">
                <a:solidFill>
                  <a:schemeClr val="accent4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Roboto Light" panose="02000000000000000000" pitchFamily="2" charset="0"/>
                </a:endParaRPr>
              </a:p>
            </p:txBody>
          </p:sp>
          <p:sp>
            <p:nvSpPr>
              <p:cNvPr id="39" name="Freeform: Shape 52">
                <a:extLst>
                  <a:ext uri="{FF2B5EF4-FFF2-40B4-BE49-F238E27FC236}">
                    <a16:creationId xmlns:a16="http://schemas.microsoft.com/office/drawing/2014/main" xmlns="" id="{3B482DE7-4DEC-3CED-7CC6-9195F3C93DAB}"/>
                  </a:ext>
                </a:extLst>
              </p:cNvPr>
              <p:cNvSpPr/>
              <p:nvPr/>
            </p:nvSpPr>
            <p:spPr>
              <a:xfrm>
                <a:off x="2412230" y="2863596"/>
                <a:ext cx="742810" cy="742810"/>
              </a:xfrm>
              <a:custGeom>
                <a:avLst/>
                <a:gdLst>
                  <a:gd name="connsiteX0" fmla="*/ 742811 w 742810"/>
                  <a:gd name="connsiteY0" fmla="*/ 742811 h 742810"/>
                  <a:gd name="connsiteX1" fmla="*/ 0 w 742810"/>
                  <a:gd name="connsiteY1" fmla="*/ 0 h 7428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42810" h="742810">
                    <a:moveTo>
                      <a:pt x="742811" y="742811"/>
                    </a:moveTo>
                    <a:cubicBezTo>
                      <a:pt x="332536" y="742811"/>
                      <a:pt x="0" y="410275"/>
                      <a:pt x="0" y="0"/>
                    </a:cubicBezTo>
                  </a:path>
                </a:pathLst>
              </a:custGeom>
              <a:noFill/>
              <a:ln w="15875" cap="flat">
                <a:solidFill>
                  <a:schemeClr val="accent4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Roboto Light" panose="02000000000000000000" pitchFamily="2" charset="0"/>
                </a:endParaRPr>
              </a:p>
            </p:txBody>
          </p:sp>
          <p:sp>
            <p:nvSpPr>
              <p:cNvPr id="40" name="Freeform: Shape 53">
                <a:extLst>
                  <a:ext uri="{FF2B5EF4-FFF2-40B4-BE49-F238E27FC236}">
                    <a16:creationId xmlns:a16="http://schemas.microsoft.com/office/drawing/2014/main" xmlns="" id="{66CF10A0-EA80-1585-FA97-E7421CBF39AE}"/>
                  </a:ext>
                </a:extLst>
              </p:cNvPr>
              <p:cNvSpPr/>
              <p:nvPr/>
            </p:nvSpPr>
            <p:spPr>
              <a:xfrm>
                <a:off x="2487300" y="2863712"/>
                <a:ext cx="667740" cy="667740"/>
              </a:xfrm>
              <a:custGeom>
                <a:avLst/>
                <a:gdLst>
                  <a:gd name="connsiteX0" fmla="*/ 667741 w 667740"/>
                  <a:gd name="connsiteY0" fmla="*/ 667741 h 667740"/>
                  <a:gd name="connsiteX1" fmla="*/ 0 w 667740"/>
                  <a:gd name="connsiteY1" fmla="*/ 0 h 6677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67740" h="667740">
                    <a:moveTo>
                      <a:pt x="667741" y="667741"/>
                    </a:moveTo>
                    <a:cubicBezTo>
                      <a:pt x="298888" y="667741"/>
                      <a:pt x="0" y="368737"/>
                      <a:pt x="0" y="0"/>
                    </a:cubicBezTo>
                  </a:path>
                </a:pathLst>
              </a:custGeom>
              <a:noFill/>
              <a:ln w="15875" cap="flat">
                <a:solidFill>
                  <a:schemeClr val="accent4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Roboto Light" panose="02000000000000000000" pitchFamily="2" charset="0"/>
                </a:endParaRPr>
              </a:p>
            </p:txBody>
          </p:sp>
          <p:sp>
            <p:nvSpPr>
              <p:cNvPr id="41" name="Freeform: Shape 54">
                <a:extLst>
                  <a:ext uri="{FF2B5EF4-FFF2-40B4-BE49-F238E27FC236}">
                    <a16:creationId xmlns:a16="http://schemas.microsoft.com/office/drawing/2014/main" xmlns="" id="{556FEC4F-753E-967B-55CB-F67FB8BBB44B}"/>
                  </a:ext>
                </a:extLst>
              </p:cNvPr>
              <p:cNvSpPr/>
              <p:nvPr/>
            </p:nvSpPr>
            <p:spPr>
              <a:xfrm>
                <a:off x="2562254" y="2863712"/>
                <a:ext cx="592786" cy="592786"/>
              </a:xfrm>
              <a:custGeom>
                <a:avLst/>
                <a:gdLst>
                  <a:gd name="connsiteX0" fmla="*/ 592786 w 592786"/>
                  <a:gd name="connsiteY0" fmla="*/ 592787 h 592786"/>
                  <a:gd name="connsiteX1" fmla="*/ 0 w 592786"/>
                  <a:gd name="connsiteY1" fmla="*/ 0 h 5927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92786" h="592786">
                    <a:moveTo>
                      <a:pt x="592786" y="592787"/>
                    </a:moveTo>
                    <a:cubicBezTo>
                      <a:pt x="265356" y="592787"/>
                      <a:pt x="0" y="327431"/>
                      <a:pt x="0" y="0"/>
                    </a:cubicBezTo>
                  </a:path>
                </a:pathLst>
              </a:custGeom>
              <a:noFill/>
              <a:ln w="15875" cap="flat">
                <a:solidFill>
                  <a:schemeClr val="accent4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Roboto Light" panose="02000000000000000000" pitchFamily="2" charset="0"/>
                </a:endParaRPr>
              </a:p>
            </p:txBody>
          </p:sp>
          <p:sp>
            <p:nvSpPr>
              <p:cNvPr id="42" name="Freeform: Shape 55">
                <a:extLst>
                  <a:ext uri="{FF2B5EF4-FFF2-40B4-BE49-F238E27FC236}">
                    <a16:creationId xmlns:a16="http://schemas.microsoft.com/office/drawing/2014/main" xmlns="" id="{4C28C73C-2A3B-035C-F6A0-650C1CCA5A80}"/>
                  </a:ext>
                </a:extLst>
              </p:cNvPr>
              <p:cNvSpPr/>
              <p:nvPr/>
            </p:nvSpPr>
            <p:spPr>
              <a:xfrm>
                <a:off x="2637324" y="2863712"/>
                <a:ext cx="517716" cy="517716"/>
              </a:xfrm>
              <a:custGeom>
                <a:avLst/>
                <a:gdLst>
                  <a:gd name="connsiteX0" fmla="*/ 517716 w 517716"/>
                  <a:gd name="connsiteY0" fmla="*/ 517716 h 517716"/>
                  <a:gd name="connsiteX1" fmla="*/ 0 w 517716"/>
                  <a:gd name="connsiteY1" fmla="*/ 0 h 517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17716" h="517716">
                    <a:moveTo>
                      <a:pt x="517716" y="517716"/>
                    </a:moveTo>
                    <a:cubicBezTo>
                      <a:pt x="231708" y="517716"/>
                      <a:pt x="0" y="285893"/>
                      <a:pt x="0" y="0"/>
                    </a:cubicBezTo>
                  </a:path>
                </a:pathLst>
              </a:custGeom>
              <a:noFill/>
              <a:ln w="15875" cap="flat">
                <a:solidFill>
                  <a:schemeClr val="accent4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Roboto Light" panose="02000000000000000000" pitchFamily="2" charset="0"/>
                </a:endParaRPr>
              </a:p>
            </p:txBody>
          </p:sp>
        </p:grp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xmlns="" id="{6E0A1F3E-5C27-9693-F319-7796A8612215}"/>
              </a:ext>
            </a:extLst>
          </p:cNvPr>
          <p:cNvGrpSpPr/>
          <p:nvPr userDrawn="1"/>
        </p:nvGrpSpPr>
        <p:grpSpPr>
          <a:xfrm>
            <a:off x="1" y="1011028"/>
            <a:ext cx="8929410" cy="72588"/>
            <a:chOff x="927123" y="3548630"/>
            <a:chExt cx="9828357" cy="79457"/>
          </a:xfrm>
        </p:grpSpPr>
        <p:sp>
          <p:nvSpPr>
            <p:cNvPr id="58" name="Freeform: Shape 46">
              <a:extLst>
                <a:ext uri="{FF2B5EF4-FFF2-40B4-BE49-F238E27FC236}">
                  <a16:creationId xmlns:a16="http://schemas.microsoft.com/office/drawing/2014/main" xmlns="" id="{EFD42F77-B1E9-F158-8476-5214CC0C17AD}"/>
                </a:ext>
              </a:extLst>
            </p:cNvPr>
            <p:cNvSpPr/>
            <p:nvPr userDrawn="1"/>
          </p:nvSpPr>
          <p:spPr>
            <a:xfrm rot="16200000">
              <a:off x="5835977" y="-1291417"/>
              <a:ext cx="10650" cy="9828357"/>
            </a:xfrm>
            <a:custGeom>
              <a:avLst/>
              <a:gdLst>
                <a:gd name="connsiteX0" fmla="*/ 0 w 11602"/>
                <a:gd name="connsiteY0" fmla="*/ 1449885 h 1449884"/>
                <a:gd name="connsiteX1" fmla="*/ 0 w 11602"/>
                <a:gd name="connsiteY1" fmla="*/ 0 h 1449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602" h="1449884">
                  <a:moveTo>
                    <a:pt x="0" y="1449885"/>
                  </a:moveTo>
                  <a:lnTo>
                    <a:pt x="0" y="0"/>
                  </a:lnTo>
                </a:path>
              </a:pathLst>
            </a:custGeom>
            <a:ln w="15875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oboto Light" panose="02000000000000000000" pitchFamily="2" charset="0"/>
              </a:endParaRPr>
            </a:p>
          </p:txBody>
        </p:sp>
        <p:sp>
          <p:nvSpPr>
            <p:cNvPr id="59" name="Freeform: Shape 47">
              <a:extLst>
                <a:ext uri="{FF2B5EF4-FFF2-40B4-BE49-F238E27FC236}">
                  <a16:creationId xmlns:a16="http://schemas.microsoft.com/office/drawing/2014/main" xmlns="" id="{34FECF7A-5A50-93FF-4BC6-EBFB0413C3F2}"/>
                </a:ext>
              </a:extLst>
            </p:cNvPr>
            <p:cNvSpPr/>
            <p:nvPr userDrawn="1"/>
          </p:nvSpPr>
          <p:spPr>
            <a:xfrm rot="16200000">
              <a:off x="5835977" y="-1360224"/>
              <a:ext cx="10650" cy="9828357"/>
            </a:xfrm>
            <a:custGeom>
              <a:avLst/>
              <a:gdLst>
                <a:gd name="connsiteX0" fmla="*/ 0 w 11602"/>
                <a:gd name="connsiteY0" fmla="*/ 1449885 h 1449884"/>
                <a:gd name="connsiteX1" fmla="*/ 0 w 11602"/>
                <a:gd name="connsiteY1" fmla="*/ 0 h 1449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602" h="1449884">
                  <a:moveTo>
                    <a:pt x="0" y="1449885"/>
                  </a:moveTo>
                  <a:lnTo>
                    <a:pt x="0" y="0"/>
                  </a:lnTo>
                </a:path>
              </a:pathLst>
            </a:custGeom>
            <a:ln w="15875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oboto Light" panose="02000000000000000000" pitchFamily="2" charset="0"/>
              </a:endParaRPr>
            </a:p>
          </p:txBody>
        </p:sp>
      </p:grpSp>
      <p:sp>
        <p:nvSpPr>
          <p:cNvPr id="67" name="Oval 66">
            <a:extLst>
              <a:ext uri="{FF2B5EF4-FFF2-40B4-BE49-F238E27FC236}">
                <a16:creationId xmlns:a16="http://schemas.microsoft.com/office/drawing/2014/main" xmlns="" id="{109D21EF-CC50-8C94-BC56-EA82910A4115}"/>
              </a:ext>
            </a:extLst>
          </p:cNvPr>
          <p:cNvSpPr/>
          <p:nvPr userDrawn="1"/>
        </p:nvSpPr>
        <p:spPr>
          <a:xfrm>
            <a:off x="11370211" y="6451580"/>
            <a:ext cx="329701" cy="329701"/>
          </a:xfrm>
          <a:prstGeom prst="ellipse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Espace réservé du numéro de diapositive 5">
            <a:extLst>
              <a:ext uri="{FF2B5EF4-FFF2-40B4-BE49-F238E27FC236}">
                <a16:creationId xmlns:a16="http://schemas.microsoft.com/office/drawing/2014/main" xmlns="" id="{5B08A92B-0740-9881-01E9-37A0451292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4129" y="6475435"/>
            <a:ext cx="382919" cy="276999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1293E3"/>
                </a:solidFill>
                <a:latin typeface="Calibri" panose="020F0502020204030204" pitchFamily="34" charset="0"/>
                <a:ea typeface="Open Sans" charset="0"/>
                <a:cs typeface="Calibri" panose="020F0502020204030204" pitchFamily="34" charset="0"/>
              </a:defRPr>
            </a:lvl1pPr>
          </a:lstStyle>
          <a:p>
            <a:fld id="{65948E48-1704-8A46-9190-E09A1DFCD82D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67849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0" r:id="rId3"/>
    <p:sldLayoutId id="2147483663" r:id="rId4"/>
    <p:sldLayoutId id="2147483664" r:id="rId5"/>
    <p:sldLayoutId id="2147483656" r:id="rId6"/>
    <p:sldLayoutId id="2147483659" r:id="rId7"/>
    <p:sldLayoutId id="2147483653" r:id="rId8"/>
    <p:sldLayoutId id="2147483665" r:id="rId9"/>
    <p:sldLayoutId id="2147483662" r:id="rId10"/>
  </p:sldLayoutIdLst>
  <p:hf hdr="0" dt="0"/>
  <p:txStyles>
    <p:titleStyle>
      <a:lvl1pPr marL="404813" indent="0" algn="l" defTabSz="914400" rtl="0" eaLnBrk="1" latinLnBrk="0" hangingPunct="1">
        <a:lnSpc>
          <a:spcPts val="2240"/>
        </a:lnSpc>
        <a:spcBef>
          <a:spcPts val="600"/>
        </a:spcBef>
        <a:buNone/>
        <a:tabLst/>
        <a:defRPr sz="2400" b="1" i="0" kern="1200" cap="all" baseline="0">
          <a:solidFill>
            <a:srgbClr val="054D69"/>
          </a:solidFill>
          <a:latin typeface="Calibri" panose="020F0502020204030204" pitchFamily="34" charset="0"/>
          <a:ea typeface="Verdana" panose="020B0604030504040204" pitchFamily="34" charset="0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958">
          <p15:clr>
            <a:srgbClr val="F26B43"/>
          </p15:clr>
        </p15:guide>
        <p15:guide id="2" orient="horz" pos="386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94360" y="2466905"/>
            <a:ext cx="8464219" cy="1203083"/>
          </a:xfrm>
        </p:spPr>
        <p:txBody>
          <a:bodyPr>
            <a:normAutofit/>
          </a:bodyPr>
          <a:lstStyle/>
          <a:p>
            <a:r>
              <a:rPr lang="en-GB" sz="3600" dirty="0"/>
              <a:t>THREAT </a:t>
            </a:r>
            <a:r>
              <a:rPr lang="en-GB" sz="3600" dirty="0" smtClean="0"/>
              <a:t>modelling </a:t>
            </a:r>
            <a:endParaRPr lang="en-GB" sz="3600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AD8C12FE-D90E-DBF7-F15A-F9052044B7C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 smtClean="0"/>
              <a:t>Task Force#1, Feb 2024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xmlns="" id="{69E09427-6815-7A1E-0D57-BCFBFB82B4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"/>
              <a:t>Eva Rodriguez</a:t>
            </a:r>
            <a:r>
              <a:rPr lang="en-GB"/>
              <a:t>, </a:t>
            </a:r>
            <a:r>
              <a:rPr lang="en-GB" dirty="0"/>
              <a:t>Saman Tariq</a:t>
            </a:r>
          </a:p>
        </p:txBody>
      </p:sp>
    </p:spTree>
    <p:extLst>
      <p:ext uri="{BB962C8B-B14F-4D97-AF65-F5344CB8AC3E}">
        <p14:creationId xmlns:p14="http://schemas.microsoft.com/office/powerpoint/2010/main" val="1131570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9219" y="1417615"/>
            <a:ext cx="11054910" cy="4062794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List of attacks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will be considered in HORSE are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DNS amplification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DDoS signaling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 from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SMF/UPF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API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vulnerability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protection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e.g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RNAA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attack,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NEF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expose 3GPP network capabilities via APIs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5948E48-1704-8A46-9190-E09A1DFCD82D}" type="slidenum">
              <a:rPr lang="fr-FR" smtClean="0"/>
              <a:pPr/>
              <a:t>2</a:t>
            </a:fld>
            <a:endParaRPr lang="fr-FR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0" y="-3"/>
            <a:ext cx="8703425" cy="992601"/>
          </a:xfrm>
        </p:spPr>
        <p:txBody>
          <a:bodyPr/>
          <a:lstStyle/>
          <a:p>
            <a:r>
              <a:rPr lang="en-US" dirty="0" smtClean="0"/>
              <a:t>Attacks information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3049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3094963"/>
              </p:ext>
            </p:extLst>
          </p:nvPr>
        </p:nvGraphicFramePr>
        <p:xfrm>
          <a:off x="368705" y="1877593"/>
          <a:ext cx="11329114" cy="19569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93835"/>
                <a:gridCol w="1196303"/>
                <a:gridCol w="1196303"/>
                <a:gridCol w="1196303"/>
                <a:gridCol w="1069274"/>
                <a:gridCol w="1581172"/>
                <a:gridCol w="1194619"/>
                <a:gridCol w="1519084"/>
                <a:gridCol w="1182221"/>
              </a:tblGrid>
              <a:tr h="6207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Attack Category</a:t>
                      </a:r>
                      <a:endParaRPr lang="en-US" sz="1600" b="1" kern="150" dirty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Noto Serif CJK SC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Attack Type</a:t>
                      </a:r>
                      <a:endParaRPr lang="en-US" sz="1600" b="1" kern="150" dirty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Noto Serif CJK SC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Traffic </a:t>
                      </a:r>
                      <a:r>
                        <a:rPr lang="en-US" sz="1600" b="1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Protocol</a:t>
                      </a:r>
                      <a:endParaRPr lang="en-US" sz="1600" b="1" kern="150" dirty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Noto Serif CJK SC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5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Impact</a:t>
                      </a:r>
                      <a:endParaRPr lang="en-US" sz="1600" b="1" kern="15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Noto Serif CJK SC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Mitigation </a:t>
                      </a:r>
                      <a:r>
                        <a:rPr lang="en-US" sz="1600" b="1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Approach</a:t>
                      </a:r>
                      <a:endParaRPr lang="en-US" sz="1600" b="1" kern="150" dirty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Noto Serif CJK SC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Affected </a:t>
                      </a:r>
                      <a:r>
                        <a:rPr lang="en-US" sz="1600" b="1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Components</a:t>
                      </a:r>
                      <a:endParaRPr lang="en-US" sz="1600" b="1" kern="150" dirty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Noto Serif CJK SC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Affected </a:t>
                      </a:r>
                      <a:r>
                        <a:rPr lang="en-US" sz="1600" b="1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Layer</a:t>
                      </a:r>
                      <a:endParaRPr lang="en-US" sz="1600" b="1" kern="150" dirty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Noto Serif CJK SC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Entry points</a:t>
                      </a:r>
                      <a:endParaRPr lang="en-US" sz="1600" b="1" kern="150" dirty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Noto Serif CJK SC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Framework</a:t>
                      </a:r>
                      <a:endParaRPr lang="en-US" sz="1600" b="1" kern="150" dirty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Noto Serif CJK SC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362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kern="150" dirty="0" smtClean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Denial-of-service</a:t>
                      </a:r>
                      <a:endParaRPr lang="en-US" sz="1600" kern="150" dirty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Noto Serif CJK SC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kern="150" dirty="0" smtClean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DNS Amplification</a:t>
                      </a:r>
                      <a:endParaRPr lang="en-US" sz="1600" kern="150" dirty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Noto Serif CJK SC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kern="150" dirty="0" smtClean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DNS</a:t>
                      </a:r>
                      <a:r>
                        <a:rPr lang="en-US" sz="1600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600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NTP</a:t>
                      </a:r>
                      <a:endParaRPr lang="en-US" sz="1600" kern="150" dirty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Noto Serif CJK SC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kern="150" dirty="0" smtClean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Services </a:t>
                      </a:r>
                      <a:r>
                        <a:rPr lang="en-US" sz="1600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unavailable</a:t>
                      </a:r>
                      <a:endParaRPr lang="en-US" sz="1600" kern="150" dirty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Noto Serif CJK SC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kern="150" dirty="0" smtClean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Filter </a:t>
                      </a:r>
                      <a:r>
                        <a:rPr lang="en-US" sz="1600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network traffic</a:t>
                      </a:r>
                      <a:endParaRPr lang="en-US" sz="1600" kern="150" dirty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Noto Serif CJK SC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kern="150" dirty="0" smtClean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SDN</a:t>
                      </a:r>
                      <a:r>
                        <a:rPr lang="en-US" sz="1600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600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NFV, </a:t>
                      </a:r>
                      <a:r>
                        <a:rPr lang="en-US" sz="1600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</a:t>
                      </a:r>
                      <a:r>
                        <a:rPr lang="en-US" sz="1600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600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 and  network services</a:t>
                      </a:r>
                      <a:endParaRPr lang="en-US" sz="1600" kern="150" dirty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Noto Serif CJK SC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kern="150" dirty="0" smtClean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Radio</a:t>
                      </a:r>
                      <a:r>
                        <a:rPr lang="en-US" sz="1600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600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Core</a:t>
                      </a:r>
                      <a:r>
                        <a:rPr lang="en-US" sz="1600" kern="150" baseline="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network</a:t>
                      </a:r>
                      <a:endParaRPr lang="en-US" sz="1600" kern="150" dirty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Noto Serif CJK SC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kern="150" dirty="0" smtClean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SDN </a:t>
                      </a:r>
                      <a:r>
                        <a:rPr lang="en-US" sz="1600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controller, AMF, DNS </a:t>
                      </a:r>
                      <a:r>
                        <a:rPr lang="en-US" sz="1600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Server</a:t>
                      </a:r>
                      <a:r>
                        <a:rPr lang="en-US" sz="1600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network functions</a:t>
                      </a:r>
                      <a:endParaRPr lang="en-US" sz="1600" kern="150" dirty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Noto Serif CJK SC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kern="150" dirty="0" smtClean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MITRE 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 </a:t>
                      </a:r>
                      <a:r>
                        <a:rPr lang="en-US" sz="1600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&amp;CK</a:t>
                      </a:r>
                      <a:endParaRPr lang="en-US" sz="1600" kern="150" dirty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Noto Serif CJK SC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5948E48-1704-8A46-9190-E09A1DFCD82D}" type="slidenum">
              <a:rPr lang="fr-FR" smtClean="0"/>
              <a:pPr/>
              <a:t>3</a:t>
            </a:fld>
            <a:endParaRPr lang="fr-FR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Attack #1: DNS Amplification 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24164" y="5951926"/>
            <a:ext cx="55563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1000" dirty="0" smtClean="0"/>
              <a:t>[Ref1] </a:t>
            </a:r>
            <a:r>
              <a:rPr lang="en-US" sz="1000" dirty="0" err="1" smtClean="0"/>
              <a:t>Farooqui</a:t>
            </a:r>
            <a:r>
              <a:rPr lang="en-US" sz="1000" dirty="0"/>
              <a:t>, Muhammad </a:t>
            </a:r>
            <a:r>
              <a:rPr lang="en-US" sz="1000" dirty="0" err="1"/>
              <a:t>Najmul</a:t>
            </a:r>
            <a:r>
              <a:rPr lang="en-US" sz="1000" dirty="0"/>
              <a:t> Islam, </a:t>
            </a:r>
            <a:r>
              <a:rPr lang="en-US" sz="1000" dirty="0" err="1"/>
              <a:t>Junaid</a:t>
            </a:r>
            <a:r>
              <a:rPr lang="en-US" sz="1000" dirty="0"/>
              <a:t> Arshad, and Muhammad </a:t>
            </a:r>
            <a:r>
              <a:rPr lang="en-US" sz="1000" dirty="0" err="1"/>
              <a:t>Mubashir</a:t>
            </a:r>
            <a:r>
              <a:rPr lang="en-US" sz="1000" dirty="0"/>
              <a:t> Khan. </a:t>
            </a:r>
            <a:endParaRPr lang="en-US" sz="1000" dirty="0" smtClean="0"/>
          </a:p>
          <a:p>
            <a:pPr algn="just"/>
            <a:r>
              <a:rPr lang="en-US" sz="1000" dirty="0" smtClean="0"/>
              <a:t>“A </a:t>
            </a:r>
            <a:r>
              <a:rPr lang="en-US" sz="1000" dirty="0"/>
              <a:t>layered approach to threat modeling for 5G-based systems." </a:t>
            </a:r>
            <a:r>
              <a:rPr lang="en-US" sz="1000" i="1" dirty="0"/>
              <a:t>Electronics</a:t>
            </a:r>
            <a:r>
              <a:rPr lang="en-US" sz="1000" dirty="0"/>
              <a:t> 11.12 (2022): 1819.</a:t>
            </a:r>
          </a:p>
        </p:txBody>
      </p:sp>
    </p:spTree>
    <p:extLst>
      <p:ext uri="{BB962C8B-B14F-4D97-AF65-F5344CB8AC3E}">
        <p14:creationId xmlns:p14="http://schemas.microsoft.com/office/powerpoint/2010/main" val="292804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xmlns="" id="{E8EF0797-70F0-437C-8313-4AF635F9ED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5948E48-1704-8A46-9190-E09A1DFCD82D}" type="slidenum">
              <a:rPr lang="fr-FR" smtClean="0"/>
              <a:pPr/>
              <a:t>4</a:t>
            </a:fld>
            <a:endParaRPr lang="fr-FR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xmlns="" id="{6724CDC1-90F6-4230-8A65-1E31D8051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XML example – DNS amplification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5500" y="1361670"/>
            <a:ext cx="9481000" cy="4550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348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5948E48-1704-8A46-9190-E09A1DFCD82D}" type="slidenum">
              <a:rPr lang="fr-FR" smtClean="0"/>
              <a:pPr/>
              <a:t>5</a:t>
            </a:fld>
            <a:endParaRPr lang="fr-FR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Attack #2 DDoS Signaling </a:t>
            </a:r>
            <a:endParaRPr 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7495842"/>
              </p:ext>
            </p:extLst>
          </p:nvPr>
        </p:nvGraphicFramePr>
        <p:xfrm>
          <a:off x="316476" y="1716277"/>
          <a:ext cx="11585474" cy="35721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0558"/>
                <a:gridCol w="1110558"/>
                <a:gridCol w="1466865"/>
                <a:gridCol w="1245971"/>
                <a:gridCol w="1519084"/>
                <a:gridCol w="1561280"/>
                <a:gridCol w="1137674"/>
                <a:gridCol w="1283108"/>
                <a:gridCol w="1150376"/>
              </a:tblGrid>
              <a:tr h="37591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Attack Category</a:t>
                      </a:r>
                      <a:endParaRPr lang="en-US" sz="1600" b="1" kern="150" dirty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Noto Serif CJK SC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Attack Type</a:t>
                      </a:r>
                      <a:endParaRPr lang="en-US" sz="1600" b="1" kern="150" dirty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Noto Serif CJK SC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Traffic </a:t>
                      </a:r>
                      <a:r>
                        <a:rPr lang="en-US" sz="1600" b="1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Protocol</a:t>
                      </a:r>
                      <a:endParaRPr lang="en-US" sz="1600" b="1" kern="150" dirty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Noto Serif CJK SC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Impact</a:t>
                      </a:r>
                      <a:endParaRPr lang="en-US" sz="1600" b="1" kern="150" dirty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Noto Serif CJK SC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5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 model</a:t>
                      </a:r>
                      <a:endParaRPr lang="en-US" sz="1600" b="1" kern="15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Noto Serif CJK SC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Affected </a:t>
                      </a:r>
                      <a:endParaRPr lang="en-US" sz="1600" b="1" kern="150" dirty="0" smtClean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Components</a:t>
                      </a:r>
                      <a:endParaRPr lang="en-US" sz="1600" b="1" kern="150" dirty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Noto Serif CJK SC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Affected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Layer</a:t>
                      </a:r>
                      <a:endParaRPr lang="en-US" sz="1600" b="1" kern="150" dirty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Noto Serif CJK SC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5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Entry points</a:t>
                      </a:r>
                      <a:endParaRPr lang="en-US" sz="1600" b="1" kern="15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Noto Serif CJK SC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Framework</a:t>
                      </a:r>
                      <a:endParaRPr lang="en-US" sz="1600" b="1" kern="150" dirty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Noto Serif CJK SC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01127"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kern="150" dirty="0" smtClean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sz="1600" kern="150" dirty="0" smtClean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sz="1600" kern="150" dirty="0" smtClean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sz="1600" kern="150" dirty="0" smtClean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Signaling </a:t>
                      </a:r>
                      <a:r>
                        <a:rPr lang="en-US" sz="1600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threat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kern="150" dirty="0" smtClean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sz="1600" kern="150" dirty="0" smtClean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sz="1600" kern="150" dirty="0" smtClean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sz="1600" kern="150" dirty="0" smtClean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DDoS </a:t>
                      </a:r>
                      <a:r>
                        <a:rPr lang="en-US" sz="1600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signaling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kern="150" dirty="0" smtClean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HTTP/2</a:t>
                      </a:r>
                      <a:r>
                        <a:rPr lang="en-US" sz="1600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600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PFCP</a:t>
                      </a:r>
                      <a:endParaRPr lang="en-US" sz="1600" kern="150" dirty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kern="150" dirty="0" smtClean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Unavailability</a:t>
                      </a:r>
                      <a:r>
                        <a:rPr lang="en-US" sz="1600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CN reach to overloaded state, services disruption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kern="150" dirty="0" smtClean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Naïve </a:t>
                      </a:r>
                      <a:r>
                        <a:rPr lang="en-US" sz="1600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Bayesian,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SVM, </a:t>
                      </a:r>
                      <a:endParaRPr lang="en-US" sz="1600" kern="150" dirty="0" smtClean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Random </a:t>
                      </a:r>
                      <a:r>
                        <a:rPr lang="en-US" sz="1600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Forest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kern="150" dirty="0" smtClean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Network </a:t>
                      </a:r>
                      <a:r>
                        <a:rPr lang="en-US" sz="1600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services</a:t>
                      </a:r>
                      <a:r>
                        <a:rPr lang="en-US" sz="1600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core network function, </a:t>
                      </a:r>
                      <a:endParaRPr lang="en-US" sz="1600" kern="150" dirty="0" smtClean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signaling </a:t>
                      </a:r>
                      <a:r>
                        <a:rPr lang="en-US" sz="1600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server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Core Network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kern="150" dirty="0" smtClean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Server</a:t>
                      </a:r>
                      <a:r>
                        <a:rPr lang="en-US" sz="1600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network functions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kern="150" dirty="0" smtClean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sz="1600" kern="150" dirty="0" smtClean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sz="1600" kern="150" dirty="0" smtClean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sz="1600" kern="150" dirty="0" smtClean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sz="1600" kern="150" dirty="0" smtClean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ATLAS 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MITRE</a:t>
                      </a:r>
                      <a:endParaRPr lang="en-US" sz="1600" kern="150" dirty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387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kern="150" dirty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RRC</a:t>
                      </a:r>
                      <a:endParaRPr lang="en-US" sz="1600" kern="150" dirty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Randomization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RAN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Server, network functions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kern="150" dirty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</a:tr>
              <a:tr h="75182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kern="150" dirty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RRC, </a:t>
                      </a:r>
                      <a:r>
                        <a:rPr lang="en-US" sz="1600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SIP</a:t>
                      </a:r>
                      <a:endParaRPr lang="en-US" sz="1600" kern="150" dirty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CNN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Complex analysis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kern="150" dirty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16476" y="5998094"/>
            <a:ext cx="53174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[ref2] Park</a:t>
            </a:r>
            <a:r>
              <a:rPr lang="en-US" sz="1000" dirty="0"/>
              <a:t>, </a:t>
            </a:r>
            <a:r>
              <a:rPr lang="en-US" sz="1000" dirty="0" err="1"/>
              <a:t>Seongmin</a:t>
            </a:r>
            <a:r>
              <a:rPr lang="en-US" sz="1000" dirty="0"/>
              <a:t>, et al. "Machine Learning Based Signaling DDoS Detection System </a:t>
            </a:r>
            <a:endParaRPr lang="en-US" sz="1000" dirty="0" smtClean="0"/>
          </a:p>
          <a:p>
            <a:r>
              <a:rPr lang="en-US" sz="1000" dirty="0" smtClean="0"/>
              <a:t>for </a:t>
            </a:r>
            <a:r>
              <a:rPr lang="en-US" sz="1000" dirty="0"/>
              <a:t>5G Stand Alone Core Network." </a:t>
            </a:r>
            <a:r>
              <a:rPr lang="en-US" sz="1000" i="1" dirty="0"/>
              <a:t>Applied Sciences</a:t>
            </a:r>
            <a:r>
              <a:rPr lang="en-US" sz="1000" dirty="0"/>
              <a:t> 12.23 (2022): 12456.</a:t>
            </a:r>
          </a:p>
        </p:txBody>
      </p:sp>
    </p:spTree>
    <p:extLst>
      <p:ext uri="{BB962C8B-B14F-4D97-AF65-F5344CB8AC3E}">
        <p14:creationId xmlns:p14="http://schemas.microsoft.com/office/powerpoint/2010/main" val="560724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xmlns="" id="{E8EF0797-70F0-437C-8313-4AF635F9ED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5948E48-1704-8A46-9190-E09A1DFCD82D}" type="slidenum">
              <a:rPr lang="fr-FR" smtClean="0"/>
              <a:pPr/>
              <a:t>6</a:t>
            </a:fld>
            <a:endParaRPr lang="fr-FR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xmlns="" id="{6724CDC1-90F6-4230-8A65-1E31D8051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XML </a:t>
            </a:r>
            <a:r>
              <a:rPr lang="en-GB" dirty="0" smtClean="0"/>
              <a:t>example </a:t>
            </a:r>
            <a:r>
              <a:rPr lang="en-GB" dirty="0"/>
              <a:t>– </a:t>
            </a:r>
            <a:r>
              <a:rPr lang="en-US" dirty="0"/>
              <a:t>DDoS Signaling </a:t>
            </a:r>
            <a:endParaRPr lang="en-GB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727" y="1583358"/>
            <a:ext cx="10884647" cy="4207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211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5948E48-1704-8A46-9190-E09A1DFCD82D}" type="slidenum">
              <a:rPr lang="fr-FR" smtClean="0"/>
              <a:pPr/>
              <a:t>7</a:t>
            </a:fld>
            <a:endParaRPr lang="fr-FR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Attack #3 </a:t>
            </a:r>
            <a:r>
              <a:rPr lang="en-US" dirty="0"/>
              <a:t>RNAA </a:t>
            </a:r>
            <a:r>
              <a:rPr lang="en-US" dirty="0" smtClean="0"/>
              <a:t>Northbound </a:t>
            </a:r>
            <a:r>
              <a:rPr lang="en-US" dirty="0"/>
              <a:t>API access</a:t>
            </a:r>
            <a:r>
              <a:rPr lang="en-US" dirty="0" smtClean="0"/>
              <a:t>. NEF </a:t>
            </a:r>
            <a:r>
              <a:rPr lang="en-US" dirty="0"/>
              <a:t>expose 3GPP network capabilities via APIs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9596674"/>
              </p:ext>
            </p:extLst>
          </p:nvPr>
        </p:nvGraphicFramePr>
        <p:xfrm>
          <a:off x="316476" y="1554048"/>
          <a:ext cx="11585474" cy="40208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61601"/>
                <a:gridCol w="1135626"/>
                <a:gridCol w="1371600"/>
                <a:gridCol w="1342103"/>
                <a:gridCol w="1843549"/>
                <a:gridCol w="1238864"/>
                <a:gridCol w="958647"/>
                <a:gridCol w="1283108"/>
                <a:gridCol w="1150376"/>
              </a:tblGrid>
              <a:tr h="70386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Attack Category</a:t>
                      </a:r>
                      <a:endParaRPr lang="en-US" sz="1600" b="1" kern="150" dirty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Noto Serif CJK SC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Attack Type</a:t>
                      </a:r>
                      <a:endParaRPr lang="en-US" sz="1600" b="1" kern="150" dirty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Noto Serif CJK SC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Traffic </a:t>
                      </a:r>
                      <a:r>
                        <a:rPr lang="en-US" sz="1600" b="1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Protocol</a:t>
                      </a:r>
                      <a:endParaRPr lang="en-US" sz="1600" b="1" kern="150" dirty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Noto Serif CJK SC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Impact</a:t>
                      </a:r>
                      <a:endParaRPr lang="en-US" sz="1600" b="1" kern="150" dirty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Noto Serif CJK SC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Mitigation Action</a:t>
                      </a:r>
                      <a:endParaRPr lang="en-US" sz="1600" b="1" kern="150" dirty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Noto Serif CJK SC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Affected </a:t>
                      </a:r>
                      <a:endParaRPr lang="en-US" sz="1600" b="1" kern="150" dirty="0" smtClean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Components</a:t>
                      </a:r>
                      <a:endParaRPr lang="en-US" sz="1600" b="1" kern="150" dirty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Noto Serif CJK SC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Affected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Layer</a:t>
                      </a:r>
                      <a:endParaRPr lang="en-US" sz="1600" b="1" kern="150" dirty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Noto Serif CJK SC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5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Entry points</a:t>
                      </a:r>
                      <a:endParaRPr lang="en-US" sz="1600" b="1" kern="15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Noto Serif CJK SC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Framework</a:t>
                      </a:r>
                      <a:endParaRPr lang="en-US" sz="1600" b="1" kern="150" dirty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Noto Serif CJK SC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16981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endParaRPr lang="en-US" sz="1600" kern="150" dirty="0" smtClean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endParaRPr lang="en-US" sz="1600" kern="150" dirty="0" smtClean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600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API vulnerability</a:t>
                      </a:r>
                    </a:p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600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(RNAA </a:t>
                      </a:r>
                      <a:r>
                        <a:rPr lang="en-US" sz="1600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attack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1600" kern="150" dirty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kern="150" dirty="0" smtClean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sz="1600" kern="150" dirty="0" smtClean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sz="1600" kern="150" dirty="0" smtClean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NEF Northbound API</a:t>
                      </a:r>
                      <a:r>
                        <a:rPr lang="en-US" sz="1600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endParaRPr lang="en-US" sz="1600" kern="150" dirty="0" smtClean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endParaRPr lang="en-US" sz="1600" kern="150" dirty="0" smtClean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endParaRPr lang="en-US" sz="1600" kern="150" dirty="0" smtClean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600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HTTP, Restful API</a:t>
                      </a:r>
                      <a:r>
                        <a:rPr lang="en-US" sz="1600" kern="150" baseline="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etc.</a:t>
                      </a:r>
                      <a:endParaRPr lang="en-US" sz="1600" kern="150" dirty="0" smtClean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kern="150" dirty="0" smtClean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sz="1600" kern="150" dirty="0" smtClean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sz="1600" kern="150" dirty="0" smtClean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Unavailability</a:t>
                      </a:r>
                      <a:r>
                        <a:rPr lang="en-US" sz="1600" kern="150" baseline="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of services, confidentiality, Integrity</a:t>
                      </a:r>
                      <a:endParaRPr lang="en-US" sz="1600" kern="150" dirty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indent="0" algn="ctr"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600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kern="150" dirty="0"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600" b="1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Authentication &amp;</a:t>
                      </a:r>
                      <a:r>
                        <a:rPr lang="en-US" sz="1600" b="1" kern="150" baseline="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</a:t>
                      </a:r>
                      <a:r>
                        <a:rPr lang="en-US" sz="1600" b="1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uthorization</a:t>
                      </a:r>
                      <a:endParaRPr lang="en-US" sz="1600" b="0" kern="150" dirty="0" smtClean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marR="0" indent="-28575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0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API</a:t>
                      </a:r>
                      <a:r>
                        <a:rPr lang="en-US" sz="1600" b="0" kern="150" baseline="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0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instance authorized to specific end user network </a:t>
                      </a:r>
                    </a:p>
                    <a:p>
                      <a:pPr marL="285750" indent="-285750" algn="ctr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Enhanced security protocol</a:t>
                      </a:r>
                      <a:r>
                        <a:rPr lang="en-US" sz="1600" b="0" kern="150" baseline="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0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features</a:t>
                      </a:r>
                    </a:p>
                    <a:p>
                      <a:pPr marL="285750" indent="-285750" algn="ctr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Such</a:t>
                      </a:r>
                      <a:r>
                        <a:rPr lang="en-US" sz="1600" b="0" kern="150" baseline="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as </a:t>
                      </a:r>
                      <a:r>
                        <a:rPr lang="en-US" sz="1600" b="0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Oauth2 or Mutual TLS</a:t>
                      </a: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Role-based</a:t>
                      </a:r>
                      <a:r>
                        <a:rPr lang="en-US" sz="1600" b="0" kern="150" baseline="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0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access control</a:t>
                      </a: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Limiting access</a:t>
                      </a:r>
                      <a:endParaRPr lang="en-US" sz="1600" b="0" kern="150" dirty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kern="150" dirty="0" smtClean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sz="1600" kern="150" dirty="0" smtClean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Core network functions</a:t>
                      </a:r>
                      <a:r>
                        <a:rPr lang="en-US" sz="1600" kern="150" baseline="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(AMF, SMF, UPF, PCF)</a:t>
                      </a:r>
                      <a:endParaRPr lang="en-US" sz="1600" kern="150" dirty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sz="1600" kern="150" dirty="0" smtClean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Service layer</a:t>
                      </a:r>
                      <a:endParaRPr lang="en-US" sz="1600" kern="150" dirty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kern="150" dirty="0" smtClean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External</a:t>
                      </a:r>
                      <a:r>
                        <a:rPr lang="en-US" sz="1600" kern="150" baseline="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application, API gateway </a:t>
                      </a:r>
                      <a:r>
                        <a:rPr lang="en-US" sz="1600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Server</a:t>
                      </a:r>
                      <a:r>
                        <a:rPr lang="en-US" sz="1600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network functions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kern="150" dirty="0" smtClean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sz="1600" kern="150" dirty="0" smtClean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5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3GPP</a:t>
                      </a:r>
                      <a:r>
                        <a:rPr lang="en-US" sz="1600" kern="150" baseline="0" dirty="0" smtClean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CAPIF </a:t>
                      </a:r>
                      <a:r>
                        <a:rPr lang="en-US" sz="1600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5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16475" y="5952215"/>
            <a:ext cx="82523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[ref 3] https</a:t>
            </a:r>
            <a:r>
              <a:rPr lang="en-US" sz="1000" dirty="0"/>
              <a:t>://</a:t>
            </a:r>
            <a:r>
              <a:rPr lang="en-US" sz="1000" dirty="0" smtClean="0"/>
              <a:t>portal.3gpp.org/desktopmodules/Specifications/SpecificationDetails.aspx?specificationId=3337</a:t>
            </a:r>
          </a:p>
          <a:p>
            <a:r>
              <a:rPr lang="en-US" sz="1000" dirty="0" smtClean="0"/>
              <a:t>[ref 4]Tang</a:t>
            </a:r>
            <a:r>
              <a:rPr lang="en-US" sz="1000" dirty="0"/>
              <a:t>, </a:t>
            </a:r>
            <a:r>
              <a:rPr lang="en-US" sz="1000" dirty="0" err="1"/>
              <a:t>Qiang</a:t>
            </a:r>
            <a:r>
              <a:rPr lang="en-US" sz="1000" dirty="0"/>
              <a:t>, et al. "A systematic analysis of 5G networks with a focus on 5G core security." </a:t>
            </a:r>
            <a:r>
              <a:rPr lang="en-US" sz="1000" i="1" dirty="0"/>
              <a:t>IEEE Access</a:t>
            </a:r>
            <a:r>
              <a:rPr lang="en-US" sz="1000" dirty="0"/>
              <a:t> 10 (2022): 18298-18319.</a:t>
            </a:r>
          </a:p>
        </p:txBody>
      </p:sp>
    </p:spTree>
    <p:extLst>
      <p:ext uri="{BB962C8B-B14F-4D97-AF65-F5344CB8AC3E}">
        <p14:creationId xmlns:p14="http://schemas.microsoft.com/office/powerpoint/2010/main" val="571758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xmlns="" id="{E8EF0797-70F0-437C-8313-4AF635F9ED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5948E48-1704-8A46-9190-E09A1DFCD82D}" type="slidenum">
              <a:rPr lang="fr-FR" smtClean="0"/>
              <a:pPr/>
              <a:t>8</a:t>
            </a:fld>
            <a:endParaRPr lang="fr-FR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xmlns="" id="{6724CDC1-90F6-4230-8A65-1E31D8051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XML example – </a:t>
            </a:r>
            <a:r>
              <a:rPr lang="en-US" dirty="0"/>
              <a:t>RNAA Northbound API access. NEF expose 3GPP network capabilities via APIs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059" y="1422794"/>
            <a:ext cx="11027989" cy="4590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997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744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ORSE">
  <a:themeElements>
    <a:clrScheme name="5GBlueprint">
      <a:dk1>
        <a:srgbClr val="06668C"/>
      </a:dk1>
      <a:lt1>
        <a:srgbClr val="FFFFFF"/>
      </a:lt1>
      <a:dk2>
        <a:srgbClr val="E1E1E2"/>
      </a:dk2>
      <a:lt2>
        <a:srgbClr val="FFFFFF"/>
      </a:lt2>
      <a:accent1>
        <a:srgbClr val="06668C"/>
      </a:accent1>
      <a:accent2>
        <a:srgbClr val="0CABDF"/>
      </a:accent2>
      <a:accent3>
        <a:srgbClr val="06668C"/>
      </a:accent3>
      <a:accent4>
        <a:srgbClr val="0CABDF"/>
      </a:accent4>
      <a:accent5>
        <a:srgbClr val="E1E1E2"/>
      </a:accent5>
      <a:accent6>
        <a:srgbClr val="000000"/>
      </a:accent6>
      <a:hlink>
        <a:srgbClr val="06668C"/>
      </a:hlink>
      <a:folHlink>
        <a:srgbClr val="0CABD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61E19D23BED9459EE2B839C93F56E6" ma:contentTypeVersion="13" ma:contentTypeDescription="Create a new document." ma:contentTypeScope="" ma:versionID="adbf12140d983d7c08a5b38cc7a1db4e">
  <xsd:schema xmlns:xsd="http://www.w3.org/2001/XMLSchema" xmlns:xs="http://www.w3.org/2001/XMLSchema" xmlns:p="http://schemas.microsoft.com/office/2006/metadata/properties" xmlns:ns2="4fb47249-edb1-4296-b3a2-69ad653f46fb" xmlns:ns3="b61ca573-308f-4b55-8339-3c18b8c47c0e" targetNamespace="http://schemas.microsoft.com/office/2006/metadata/properties" ma:root="true" ma:fieldsID="f34c02f41624d893e600d90f59f65411" ns2:_="" ns3:_="">
    <xsd:import namespace="4fb47249-edb1-4296-b3a2-69ad653f46fb"/>
    <xsd:import namespace="b61ca573-308f-4b55-8339-3c18b8c47c0e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Location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b47249-edb1-4296-b3a2-69ad653f46f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1ca573-308f-4b55-8339-3c18b8c47c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3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Location" ma:index="14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 ma:index="16" ma:displayName="Keywords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3A2A10C-3B80-4E24-B97A-CB781F001AF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fb47249-edb1-4296-b3a2-69ad653f46fb"/>
    <ds:schemaRef ds:uri="b61ca573-308f-4b55-8339-3c18b8c47c0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B93999B-B8FE-4709-A756-1E127ECCFF73}">
  <ds:schemaRefs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purl.org/dc/terms/"/>
    <ds:schemaRef ds:uri="http://purl.org/dc/elements/1.1/"/>
    <ds:schemaRef ds:uri="4fb47249-edb1-4296-b3a2-69ad653f46fb"/>
    <ds:schemaRef ds:uri="http://schemas.microsoft.com/office/infopath/2007/PartnerControls"/>
    <ds:schemaRef ds:uri="b61ca573-308f-4b55-8339-3c18b8c47c0e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F30E7DE-E3FB-4919-99E5-849A491A6A6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Slides_templateFI-LINKS2</Template>
  <TotalTime>9518</TotalTime>
  <Words>378</Words>
  <Application>Microsoft Office PowerPoint</Application>
  <PresentationFormat>Widescreen</PresentationFormat>
  <Paragraphs>169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4" baseType="lpstr">
      <vt:lpstr>ＭＳ Ｐゴシック</vt:lpstr>
      <vt:lpstr>Arial</vt:lpstr>
      <vt:lpstr>Calibri</vt:lpstr>
      <vt:lpstr>Noto Serif CJK SC</vt:lpstr>
      <vt:lpstr>Open Sans</vt:lpstr>
      <vt:lpstr>Open Sans Light</vt:lpstr>
      <vt:lpstr>Oswald</vt:lpstr>
      <vt:lpstr>Oswald Light</vt:lpstr>
      <vt:lpstr>Police système</vt:lpstr>
      <vt:lpstr>Roboto Light</vt:lpstr>
      <vt:lpstr>Times New Roman</vt:lpstr>
      <vt:lpstr>Trebuchet MS</vt:lpstr>
      <vt:lpstr>Verdana</vt:lpstr>
      <vt:lpstr>ZapfDingbatsITC</vt:lpstr>
      <vt:lpstr>HORSE</vt:lpstr>
      <vt:lpstr>THREAT modelling </vt:lpstr>
      <vt:lpstr>Attacks information</vt:lpstr>
      <vt:lpstr>Attack #1: DNS Amplification </vt:lpstr>
      <vt:lpstr>XML example – DNS amplification</vt:lpstr>
      <vt:lpstr>Attack #2 DDoS Signaling </vt:lpstr>
      <vt:lpstr>XML example – DDoS Signaling </vt:lpstr>
      <vt:lpstr>Attack #3 RNAA Northbound API access. NEF expose 3GPP network capabilities via APIs</vt:lpstr>
      <vt:lpstr>XML example – RNAA Northbound API access. NEF expose 3GPP network capabilities via APIs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Miguel Alarcon</dc:creator>
  <cp:lastModifiedBy>samantariq tariq mahmood</cp:lastModifiedBy>
  <cp:revision>321</cp:revision>
  <dcterms:created xsi:type="dcterms:W3CDTF">2017-12-20T08:22:32Z</dcterms:created>
  <dcterms:modified xsi:type="dcterms:W3CDTF">2024-02-16T14:43:02Z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0x010100B661E19D23BED9459EE2B839C93F56E6</vt:lpwstr>
  </property>
</Properties>
</file>